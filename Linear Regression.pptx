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86457" autoAdjust="0"/>
  </p:normalViewPr>
  <p:slideViewPr>
    <p:cSldViewPr>
      <p:cViewPr>
        <p:scale>
          <a:sx n="75" d="100"/>
          <a:sy n="75" d="100"/>
        </p:scale>
        <p:origin x="-152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CDEC35-AED6-401B-9758-7F791829B65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6F1293-F787-4D63-BB80-7F6F10D9169B}">
      <dgm:prSet phldrT="[Text]"/>
      <dgm:spPr/>
      <dgm:t>
        <a:bodyPr/>
        <a:lstStyle/>
        <a:p>
          <a:r>
            <a:rPr lang="en-US" dirty="0" smtClean="0"/>
            <a:t>Regression</a:t>
          </a:r>
          <a:endParaRPr lang="en-US" dirty="0"/>
        </a:p>
      </dgm:t>
    </dgm:pt>
    <dgm:pt modelId="{C78BC0E6-8AF6-4D50-BBE3-FE18019E2C33}" type="parTrans" cxnId="{131977B3-4285-4002-8389-781853848467}">
      <dgm:prSet/>
      <dgm:spPr/>
      <dgm:t>
        <a:bodyPr/>
        <a:lstStyle/>
        <a:p>
          <a:endParaRPr lang="en-US"/>
        </a:p>
      </dgm:t>
    </dgm:pt>
    <dgm:pt modelId="{A9561306-3E04-45F7-8922-A3D351696477}" type="sibTrans" cxnId="{131977B3-4285-4002-8389-781853848467}">
      <dgm:prSet/>
      <dgm:spPr/>
      <dgm:t>
        <a:bodyPr/>
        <a:lstStyle/>
        <a:p>
          <a:endParaRPr lang="en-US"/>
        </a:p>
      </dgm:t>
    </dgm:pt>
    <dgm:pt modelId="{D9CBDED6-7FC2-47EE-B036-8972E817847D}">
      <dgm:prSet phldrT="[Text]"/>
      <dgm:spPr/>
      <dgm:t>
        <a:bodyPr/>
        <a:lstStyle/>
        <a:p>
          <a:r>
            <a:rPr lang="en-US" dirty="0" smtClean="0"/>
            <a:t>Advantages</a:t>
          </a:r>
          <a:endParaRPr lang="en-US" dirty="0"/>
        </a:p>
      </dgm:t>
    </dgm:pt>
    <dgm:pt modelId="{FAC8C8C9-1B8B-42E4-B69C-E5C27FF6332E}" type="parTrans" cxnId="{59768317-DAE6-4DBA-9320-196B1F2625DA}">
      <dgm:prSet/>
      <dgm:spPr/>
      <dgm:t>
        <a:bodyPr/>
        <a:lstStyle/>
        <a:p>
          <a:endParaRPr lang="en-US"/>
        </a:p>
      </dgm:t>
    </dgm:pt>
    <dgm:pt modelId="{B058FF2B-BCCB-428F-A370-E46D9286F691}" type="sibTrans" cxnId="{59768317-DAE6-4DBA-9320-196B1F2625DA}">
      <dgm:prSet/>
      <dgm:spPr/>
      <dgm:t>
        <a:bodyPr/>
        <a:lstStyle/>
        <a:p>
          <a:endParaRPr lang="en-US"/>
        </a:p>
      </dgm:t>
    </dgm:pt>
    <dgm:pt modelId="{F09BFC76-D029-4E28-8308-8E09C695D170}">
      <dgm:prSet phldrT="[Text]"/>
      <dgm:spPr/>
      <dgm:t>
        <a:bodyPr/>
        <a:lstStyle/>
        <a:p>
          <a:r>
            <a:rPr lang="en-US" dirty="0" smtClean="0"/>
            <a:t>Disadvantages</a:t>
          </a:r>
          <a:endParaRPr lang="en-US" dirty="0"/>
        </a:p>
      </dgm:t>
    </dgm:pt>
    <dgm:pt modelId="{DCAEDFEB-210F-4A4C-82C0-AE3EC0F2C83E}" type="parTrans" cxnId="{27EC795D-7A2C-4E3A-AED3-836635535826}">
      <dgm:prSet/>
      <dgm:spPr/>
      <dgm:t>
        <a:bodyPr/>
        <a:lstStyle/>
        <a:p>
          <a:endParaRPr lang="en-US"/>
        </a:p>
      </dgm:t>
    </dgm:pt>
    <dgm:pt modelId="{F1A94B7E-24FE-46E1-B4D8-105580DB91E7}" type="sibTrans" cxnId="{27EC795D-7A2C-4E3A-AED3-836635535826}">
      <dgm:prSet/>
      <dgm:spPr/>
      <dgm:t>
        <a:bodyPr/>
        <a:lstStyle/>
        <a:p>
          <a:endParaRPr lang="en-US"/>
        </a:p>
      </dgm:t>
    </dgm:pt>
    <dgm:pt modelId="{7DBDE7AE-B8DF-4D91-AC12-5CCD2B2BDB12}" type="pres">
      <dgm:prSet presAssocID="{ECCDEC35-AED6-401B-9758-7F791829B65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A97975EC-69CA-46A3-8A63-3E73ECE07B71}" type="pres">
      <dgm:prSet presAssocID="{A36F1293-F787-4D63-BB80-7F6F10D9169B}" presName="hierRoot1" presStyleCnt="0"/>
      <dgm:spPr/>
    </dgm:pt>
    <dgm:pt modelId="{3A559B19-F13C-438A-B7E0-719DB63AB76E}" type="pres">
      <dgm:prSet presAssocID="{A36F1293-F787-4D63-BB80-7F6F10D9169B}" presName="composite" presStyleCnt="0"/>
      <dgm:spPr/>
    </dgm:pt>
    <dgm:pt modelId="{59999C87-E87C-4CB6-AB87-117988486BF4}" type="pres">
      <dgm:prSet presAssocID="{A36F1293-F787-4D63-BB80-7F6F10D9169B}" presName="background" presStyleLbl="node0" presStyleIdx="0" presStyleCnt="1"/>
      <dgm:spPr/>
    </dgm:pt>
    <dgm:pt modelId="{E8CA9ABB-26CB-45B6-8A35-810FCE4AD249}" type="pres">
      <dgm:prSet presAssocID="{A36F1293-F787-4D63-BB80-7F6F10D9169B}" presName="text" presStyleLbl="fgAcc0" presStyleIdx="0" presStyleCnt="1" custLinFactNeighborX="10566" custLinFactNeighborY="-32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44B3AE9-2E26-43FB-9A78-733963ED034F}" type="pres">
      <dgm:prSet presAssocID="{A36F1293-F787-4D63-BB80-7F6F10D9169B}" presName="hierChild2" presStyleCnt="0"/>
      <dgm:spPr/>
    </dgm:pt>
    <dgm:pt modelId="{E33FC908-5465-433F-9D2C-2C5FFA6D24A1}" type="pres">
      <dgm:prSet presAssocID="{FAC8C8C9-1B8B-42E4-B69C-E5C27FF6332E}" presName="Name10" presStyleLbl="parChTrans1D2" presStyleIdx="0" presStyleCnt="2"/>
      <dgm:spPr/>
      <dgm:t>
        <a:bodyPr/>
        <a:lstStyle/>
        <a:p>
          <a:endParaRPr lang="en-US"/>
        </a:p>
      </dgm:t>
    </dgm:pt>
    <dgm:pt modelId="{255D8BC3-E8DF-4516-BA15-9E549B333855}" type="pres">
      <dgm:prSet presAssocID="{D9CBDED6-7FC2-47EE-B036-8972E817847D}" presName="hierRoot2" presStyleCnt="0"/>
      <dgm:spPr/>
    </dgm:pt>
    <dgm:pt modelId="{F65DD2F1-0671-4B7A-8F90-D6F91799E3A6}" type="pres">
      <dgm:prSet presAssocID="{D9CBDED6-7FC2-47EE-B036-8972E817847D}" presName="composite2" presStyleCnt="0"/>
      <dgm:spPr/>
    </dgm:pt>
    <dgm:pt modelId="{886F1C35-4A81-41DF-85D7-CFC0D84D78CC}" type="pres">
      <dgm:prSet presAssocID="{D9CBDED6-7FC2-47EE-B036-8972E817847D}" presName="background2" presStyleLbl="node2" presStyleIdx="0" presStyleCnt="2"/>
      <dgm:spPr/>
    </dgm:pt>
    <dgm:pt modelId="{BDC93B49-8908-4E72-B3C7-70DF2E79D84C}" type="pres">
      <dgm:prSet presAssocID="{D9CBDED6-7FC2-47EE-B036-8972E817847D}" presName="text2" presStyleLbl="fgAcc2" presStyleIdx="0" presStyleCnt="2" custLinFactNeighborX="-88574" custLinFactNeighborY="-5651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75CB1B1-E54E-4ABC-B112-9B7F14A9518A}" type="pres">
      <dgm:prSet presAssocID="{D9CBDED6-7FC2-47EE-B036-8972E817847D}" presName="hierChild3" presStyleCnt="0"/>
      <dgm:spPr/>
    </dgm:pt>
    <dgm:pt modelId="{74995AAC-D8DD-4113-8E0A-310655102E3F}" type="pres">
      <dgm:prSet presAssocID="{DCAEDFEB-210F-4A4C-82C0-AE3EC0F2C83E}" presName="Name10" presStyleLbl="parChTrans1D2" presStyleIdx="1" presStyleCnt="2"/>
      <dgm:spPr/>
      <dgm:t>
        <a:bodyPr/>
        <a:lstStyle/>
        <a:p>
          <a:endParaRPr lang="en-US"/>
        </a:p>
      </dgm:t>
    </dgm:pt>
    <dgm:pt modelId="{F29DF26F-9F09-4DB5-95FD-8B36E33D9F48}" type="pres">
      <dgm:prSet presAssocID="{F09BFC76-D029-4E28-8308-8E09C695D170}" presName="hierRoot2" presStyleCnt="0"/>
      <dgm:spPr/>
    </dgm:pt>
    <dgm:pt modelId="{B57C4F42-D784-4D25-8EF3-BFE6E95BDAD1}" type="pres">
      <dgm:prSet presAssocID="{F09BFC76-D029-4E28-8308-8E09C695D170}" presName="composite2" presStyleCnt="0"/>
      <dgm:spPr/>
    </dgm:pt>
    <dgm:pt modelId="{BDF6F959-C841-43AD-88AD-8ED73CA792ED}" type="pres">
      <dgm:prSet presAssocID="{F09BFC76-D029-4E28-8308-8E09C695D170}" presName="background2" presStyleLbl="node2" presStyleIdx="1" presStyleCnt="2"/>
      <dgm:spPr/>
    </dgm:pt>
    <dgm:pt modelId="{0E85507E-36CE-46D1-9EA1-E35E6089C55A}" type="pres">
      <dgm:prSet presAssocID="{F09BFC76-D029-4E28-8308-8E09C695D170}" presName="text2" presStyleLbl="fgAcc2" presStyleIdx="1" presStyleCnt="2" custLinFactX="11030" custLinFactNeighborX="100000" custLinFactNeighborY="-558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9E0F250-A33B-4707-B88C-02AA8E7A75DA}" type="pres">
      <dgm:prSet presAssocID="{F09BFC76-D029-4E28-8308-8E09C695D170}" presName="hierChild3" presStyleCnt="0"/>
      <dgm:spPr/>
    </dgm:pt>
  </dgm:ptLst>
  <dgm:cxnLst>
    <dgm:cxn modelId="{131977B3-4285-4002-8389-781853848467}" srcId="{ECCDEC35-AED6-401B-9758-7F791829B658}" destId="{A36F1293-F787-4D63-BB80-7F6F10D9169B}" srcOrd="0" destOrd="0" parTransId="{C78BC0E6-8AF6-4D50-BBE3-FE18019E2C33}" sibTransId="{A9561306-3E04-45F7-8922-A3D351696477}"/>
    <dgm:cxn modelId="{57CCE6D4-A890-4557-83C2-281FDC0EF352}" type="presOf" srcId="{FAC8C8C9-1B8B-42E4-B69C-E5C27FF6332E}" destId="{E33FC908-5465-433F-9D2C-2C5FFA6D24A1}" srcOrd="0" destOrd="0" presId="urn:microsoft.com/office/officeart/2005/8/layout/hierarchy1"/>
    <dgm:cxn modelId="{DD526590-C83F-405F-8DAF-2AAD154489A8}" type="presOf" srcId="{ECCDEC35-AED6-401B-9758-7F791829B658}" destId="{7DBDE7AE-B8DF-4D91-AC12-5CCD2B2BDB12}" srcOrd="0" destOrd="0" presId="urn:microsoft.com/office/officeart/2005/8/layout/hierarchy1"/>
    <dgm:cxn modelId="{59768317-DAE6-4DBA-9320-196B1F2625DA}" srcId="{A36F1293-F787-4D63-BB80-7F6F10D9169B}" destId="{D9CBDED6-7FC2-47EE-B036-8972E817847D}" srcOrd="0" destOrd="0" parTransId="{FAC8C8C9-1B8B-42E4-B69C-E5C27FF6332E}" sibTransId="{B058FF2B-BCCB-428F-A370-E46D9286F691}"/>
    <dgm:cxn modelId="{7D284ADF-2BBF-4A48-A886-E23954A63612}" type="presOf" srcId="{F09BFC76-D029-4E28-8308-8E09C695D170}" destId="{0E85507E-36CE-46D1-9EA1-E35E6089C55A}" srcOrd="0" destOrd="0" presId="urn:microsoft.com/office/officeart/2005/8/layout/hierarchy1"/>
    <dgm:cxn modelId="{27EC795D-7A2C-4E3A-AED3-836635535826}" srcId="{A36F1293-F787-4D63-BB80-7F6F10D9169B}" destId="{F09BFC76-D029-4E28-8308-8E09C695D170}" srcOrd="1" destOrd="0" parTransId="{DCAEDFEB-210F-4A4C-82C0-AE3EC0F2C83E}" sibTransId="{F1A94B7E-24FE-46E1-B4D8-105580DB91E7}"/>
    <dgm:cxn modelId="{B9E4BBF1-576D-4B9C-83CF-0EFBE170D24C}" type="presOf" srcId="{A36F1293-F787-4D63-BB80-7F6F10D9169B}" destId="{E8CA9ABB-26CB-45B6-8A35-810FCE4AD249}" srcOrd="0" destOrd="0" presId="urn:microsoft.com/office/officeart/2005/8/layout/hierarchy1"/>
    <dgm:cxn modelId="{69F0A9D8-C862-49E5-9401-0955935623BA}" type="presOf" srcId="{D9CBDED6-7FC2-47EE-B036-8972E817847D}" destId="{BDC93B49-8908-4E72-B3C7-70DF2E79D84C}" srcOrd="0" destOrd="0" presId="urn:microsoft.com/office/officeart/2005/8/layout/hierarchy1"/>
    <dgm:cxn modelId="{9D8982A5-2E0B-4330-95CB-6766713A4F0A}" type="presOf" srcId="{DCAEDFEB-210F-4A4C-82C0-AE3EC0F2C83E}" destId="{74995AAC-D8DD-4113-8E0A-310655102E3F}" srcOrd="0" destOrd="0" presId="urn:microsoft.com/office/officeart/2005/8/layout/hierarchy1"/>
    <dgm:cxn modelId="{83154F02-4480-4E9D-9EAC-954FBBB09A57}" type="presParOf" srcId="{7DBDE7AE-B8DF-4D91-AC12-5CCD2B2BDB12}" destId="{A97975EC-69CA-46A3-8A63-3E73ECE07B71}" srcOrd="0" destOrd="0" presId="urn:microsoft.com/office/officeart/2005/8/layout/hierarchy1"/>
    <dgm:cxn modelId="{47C31A5D-B840-4D17-BA00-6662DB67D6A5}" type="presParOf" srcId="{A97975EC-69CA-46A3-8A63-3E73ECE07B71}" destId="{3A559B19-F13C-438A-B7E0-719DB63AB76E}" srcOrd="0" destOrd="0" presId="urn:microsoft.com/office/officeart/2005/8/layout/hierarchy1"/>
    <dgm:cxn modelId="{4FE24378-F2EC-440D-96EB-5D39D9C9C2BF}" type="presParOf" srcId="{3A559B19-F13C-438A-B7E0-719DB63AB76E}" destId="{59999C87-E87C-4CB6-AB87-117988486BF4}" srcOrd="0" destOrd="0" presId="urn:microsoft.com/office/officeart/2005/8/layout/hierarchy1"/>
    <dgm:cxn modelId="{BAFF0258-0E12-4BA0-8250-2F0B91D78744}" type="presParOf" srcId="{3A559B19-F13C-438A-B7E0-719DB63AB76E}" destId="{E8CA9ABB-26CB-45B6-8A35-810FCE4AD249}" srcOrd="1" destOrd="0" presId="urn:microsoft.com/office/officeart/2005/8/layout/hierarchy1"/>
    <dgm:cxn modelId="{BACAE97B-E7C7-438F-8C0A-C85B4FB68DF2}" type="presParOf" srcId="{A97975EC-69CA-46A3-8A63-3E73ECE07B71}" destId="{544B3AE9-2E26-43FB-9A78-733963ED034F}" srcOrd="1" destOrd="0" presId="urn:microsoft.com/office/officeart/2005/8/layout/hierarchy1"/>
    <dgm:cxn modelId="{499CFEC9-58C4-480A-8782-09E2241E9F67}" type="presParOf" srcId="{544B3AE9-2E26-43FB-9A78-733963ED034F}" destId="{E33FC908-5465-433F-9D2C-2C5FFA6D24A1}" srcOrd="0" destOrd="0" presId="urn:microsoft.com/office/officeart/2005/8/layout/hierarchy1"/>
    <dgm:cxn modelId="{A4A0B4B5-999C-417A-B4D3-E7BC1EDE083D}" type="presParOf" srcId="{544B3AE9-2E26-43FB-9A78-733963ED034F}" destId="{255D8BC3-E8DF-4516-BA15-9E549B333855}" srcOrd="1" destOrd="0" presId="urn:microsoft.com/office/officeart/2005/8/layout/hierarchy1"/>
    <dgm:cxn modelId="{51B51336-7F1B-4EC0-ABE1-DD6C3B8EE877}" type="presParOf" srcId="{255D8BC3-E8DF-4516-BA15-9E549B333855}" destId="{F65DD2F1-0671-4B7A-8F90-D6F91799E3A6}" srcOrd="0" destOrd="0" presId="urn:microsoft.com/office/officeart/2005/8/layout/hierarchy1"/>
    <dgm:cxn modelId="{3EFF30A2-7C04-4927-87DC-1C1AE98D4198}" type="presParOf" srcId="{F65DD2F1-0671-4B7A-8F90-D6F91799E3A6}" destId="{886F1C35-4A81-41DF-85D7-CFC0D84D78CC}" srcOrd="0" destOrd="0" presId="urn:microsoft.com/office/officeart/2005/8/layout/hierarchy1"/>
    <dgm:cxn modelId="{8B4A48FD-EA5C-4991-93D2-981FD227D457}" type="presParOf" srcId="{F65DD2F1-0671-4B7A-8F90-D6F91799E3A6}" destId="{BDC93B49-8908-4E72-B3C7-70DF2E79D84C}" srcOrd="1" destOrd="0" presId="urn:microsoft.com/office/officeart/2005/8/layout/hierarchy1"/>
    <dgm:cxn modelId="{C009678D-10DA-4A86-B7E8-319916ADAF91}" type="presParOf" srcId="{255D8BC3-E8DF-4516-BA15-9E549B333855}" destId="{875CB1B1-E54E-4ABC-B112-9B7F14A9518A}" srcOrd="1" destOrd="0" presId="urn:microsoft.com/office/officeart/2005/8/layout/hierarchy1"/>
    <dgm:cxn modelId="{99E9CB65-B3AE-4881-B5D9-10AAAA04A80D}" type="presParOf" srcId="{544B3AE9-2E26-43FB-9A78-733963ED034F}" destId="{74995AAC-D8DD-4113-8E0A-310655102E3F}" srcOrd="2" destOrd="0" presId="urn:microsoft.com/office/officeart/2005/8/layout/hierarchy1"/>
    <dgm:cxn modelId="{7E8DBFA4-EC9F-4BF8-92ED-ED6A465310E2}" type="presParOf" srcId="{544B3AE9-2E26-43FB-9A78-733963ED034F}" destId="{F29DF26F-9F09-4DB5-95FD-8B36E33D9F48}" srcOrd="3" destOrd="0" presId="urn:microsoft.com/office/officeart/2005/8/layout/hierarchy1"/>
    <dgm:cxn modelId="{A983ED48-816A-401F-B10D-F38F7A70F206}" type="presParOf" srcId="{F29DF26F-9F09-4DB5-95FD-8B36E33D9F48}" destId="{B57C4F42-D784-4D25-8EF3-BFE6E95BDAD1}" srcOrd="0" destOrd="0" presId="urn:microsoft.com/office/officeart/2005/8/layout/hierarchy1"/>
    <dgm:cxn modelId="{7DE40488-4115-4026-8CDE-5358668B44DD}" type="presParOf" srcId="{B57C4F42-D784-4D25-8EF3-BFE6E95BDAD1}" destId="{BDF6F959-C841-43AD-88AD-8ED73CA792ED}" srcOrd="0" destOrd="0" presId="urn:microsoft.com/office/officeart/2005/8/layout/hierarchy1"/>
    <dgm:cxn modelId="{FCB2EEEA-89B6-4EEE-ADCF-5AF790C39A8B}" type="presParOf" srcId="{B57C4F42-D784-4D25-8EF3-BFE6E95BDAD1}" destId="{0E85507E-36CE-46D1-9EA1-E35E6089C55A}" srcOrd="1" destOrd="0" presId="urn:microsoft.com/office/officeart/2005/8/layout/hierarchy1"/>
    <dgm:cxn modelId="{BBF1E121-BEC8-4DE7-A4DF-B78C9EA76AF1}" type="presParOf" srcId="{F29DF26F-9F09-4DB5-95FD-8B36E33D9F48}" destId="{69E0F250-A33B-4707-B88C-02AA8E7A75D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BD5023-B73B-4C16-B295-C52EB1DD9A8D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8DD3EF-17F5-4343-8AA7-F6B213DA74A5}">
      <dgm:prSet phldrT="[Text]"/>
      <dgm:spPr/>
      <dgm:t>
        <a:bodyPr/>
        <a:lstStyle/>
        <a:p>
          <a:r>
            <a:rPr lang="en-US" dirty="0" smtClean="0"/>
            <a:t>Easy to use for Prediction</a:t>
          </a:r>
          <a:endParaRPr lang="en-US" dirty="0"/>
        </a:p>
      </dgm:t>
    </dgm:pt>
    <dgm:pt modelId="{2C4DFA25-1C58-4116-9783-D86D8C993B4D}" type="parTrans" cxnId="{053EBBCD-8FBA-4B62-98D9-0C0A89A979FA}">
      <dgm:prSet/>
      <dgm:spPr/>
      <dgm:t>
        <a:bodyPr/>
        <a:lstStyle/>
        <a:p>
          <a:endParaRPr lang="en-US"/>
        </a:p>
      </dgm:t>
    </dgm:pt>
    <dgm:pt modelId="{A30D1D13-1C68-4389-9B66-519C0C7306EB}" type="sibTrans" cxnId="{053EBBCD-8FBA-4B62-98D9-0C0A89A979FA}">
      <dgm:prSet/>
      <dgm:spPr/>
      <dgm:t>
        <a:bodyPr/>
        <a:lstStyle/>
        <a:p>
          <a:endParaRPr lang="en-US"/>
        </a:p>
      </dgm:t>
    </dgm:pt>
    <dgm:pt modelId="{9527A494-4940-465A-A4DE-00B977BAF59F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D991BB78-358A-40A6-9943-AEA4EE15209D}" type="parTrans" cxnId="{947DB7F3-3945-4602-9ACC-FFAB6F07F24E}">
      <dgm:prSet/>
      <dgm:spPr/>
      <dgm:t>
        <a:bodyPr/>
        <a:lstStyle/>
        <a:p>
          <a:endParaRPr lang="en-US"/>
        </a:p>
      </dgm:t>
    </dgm:pt>
    <dgm:pt modelId="{08B98E20-2257-41EF-9314-AF6E6ABAA3DD}" type="sibTrans" cxnId="{947DB7F3-3945-4602-9ACC-FFAB6F07F24E}">
      <dgm:prSet/>
      <dgm:spPr/>
      <dgm:t>
        <a:bodyPr/>
        <a:lstStyle/>
        <a:p>
          <a:endParaRPr lang="en-US"/>
        </a:p>
      </dgm:t>
    </dgm:pt>
    <dgm:pt modelId="{6ED1AFC9-F5C6-4062-9C1A-5249D5CAA023}">
      <dgm:prSet phldrT="[Text]"/>
      <dgm:spPr/>
      <dgm:t>
        <a:bodyPr/>
        <a:lstStyle/>
        <a:p>
          <a:r>
            <a:rPr lang="en-US" dirty="0" smtClean="0"/>
            <a:t>Software available</a:t>
          </a:r>
          <a:endParaRPr lang="en-US" dirty="0"/>
        </a:p>
      </dgm:t>
    </dgm:pt>
    <dgm:pt modelId="{62F75172-EDD8-4C1A-ACA7-111856EEDFE5}" type="parTrans" cxnId="{AD78A600-4E2A-44BF-8787-D4DF3E43A5C9}">
      <dgm:prSet/>
      <dgm:spPr/>
      <dgm:t>
        <a:bodyPr/>
        <a:lstStyle/>
        <a:p>
          <a:endParaRPr lang="en-US"/>
        </a:p>
      </dgm:t>
    </dgm:pt>
    <dgm:pt modelId="{4809EAEA-6516-455C-895F-11F034C8CA22}" type="sibTrans" cxnId="{AD78A600-4E2A-44BF-8787-D4DF3E43A5C9}">
      <dgm:prSet/>
      <dgm:spPr/>
      <dgm:t>
        <a:bodyPr/>
        <a:lstStyle/>
        <a:p>
          <a:endParaRPr lang="en-US"/>
        </a:p>
      </dgm:t>
    </dgm:pt>
    <dgm:pt modelId="{D50E1918-E426-4A05-8FB0-5072AE4346F2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4197726E-81C5-4877-B61F-161375952FBC}" type="parTrans" cxnId="{5AA5D2B1-B4CD-4B56-B6AF-6E4D2A319D57}">
      <dgm:prSet/>
      <dgm:spPr/>
      <dgm:t>
        <a:bodyPr/>
        <a:lstStyle/>
        <a:p>
          <a:endParaRPr lang="en-US"/>
        </a:p>
      </dgm:t>
    </dgm:pt>
    <dgm:pt modelId="{4607ADE0-EFA2-4B0F-8E3B-9BA964C40D9E}" type="sibTrans" cxnId="{5AA5D2B1-B4CD-4B56-B6AF-6E4D2A319D57}">
      <dgm:prSet/>
      <dgm:spPr/>
      <dgm:t>
        <a:bodyPr/>
        <a:lstStyle/>
        <a:p>
          <a:endParaRPr lang="en-US"/>
        </a:p>
      </dgm:t>
    </dgm:pt>
    <dgm:pt modelId="{BDBF4A91-255C-4E73-9BDF-ECA8939B4790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D35D4692-C118-4F94-B694-9F4334485C85}" type="sibTrans" cxnId="{9DDF128B-C1E8-4620-AAA5-3143AAF77313}">
      <dgm:prSet/>
      <dgm:spPr/>
      <dgm:t>
        <a:bodyPr/>
        <a:lstStyle/>
        <a:p>
          <a:endParaRPr lang="en-US"/>
        </a:p>
      </dgm:t>
    </dgm:pt>
    <dgm:pt modelId="{0DA65CDE-A005-4D2E-8856-EA8ABABF6032}" type="parTrans" cxnId="{9DDF128B-C1E8-4620-AAA5-3143AAF77313}">
      <dgm:prSet/>
      <dgm:spPr/>
      <dgm:t>
        <a:bodyPr/>
        <a:lstStyle/>
        <a:p>
          <a:endParaRPr lang="en-US"/>
        </a:p>
      </dgm:t>
    </dgm:pt>
    <dgm:pt modelId="{D773331A-F7D6-43AD-AEB5-2405CABE2F7F}">
      <dgm:prSet phldrT="[Text]"/>
      <dgm:spPr/>
      <dgm:t>
        <a:bodyPr/>
        <a:lstStyle/>
        <a:p>
          <a:r>
            <a:rPr lang="en-US" dirty="0" smtClean="0"/>
            <a:t>Useful for Predicting and forecasting</a:t>
          </a:r>
          <a:endParaRPr lang="en-US" dirty="0"/>
        </a:p>
      </dgm:t>
    </dgm:pt>
    <dgm:pt modelId="{5B34C8D2-8BB6-44FF-85F5-58FFF9576E1E}" type="sibTrans" cxnId="{F5B65BDC-AE50-4A8E-8265-E64FA47F3945}">
      <dgm:prSet/>
      <dgm:spPr/>
      <dgm:t>
        <a:bodyPr/>
        <a:lstStyle/>
        <a:p>
          <a:endParaRPr lang="en-US"/>
        </a:p>
      </dgm:t>
    </dgm:pt>
    <dgm:pt modelId="{07A32B98-B7CF-4D92-ACA4-001054F8F100}" type="parTrans" cxnId="{F5B65BDC-AE50-4A8E-8265-E64FA47F3945}">
      <dgm:prSet/>
      <dgm:spPr/>
      <dgm:t>
        <a:bodyPr/>
        <a:lstStyle/>
        <a:p>
          <a:endParaRPr lang="en-US"/>
        </a:p>
      </dgm:t>
    </dgm:pt>
    <dgm:pt modelId="{5232BB4E-1669-4FBD-9C30-ACFBF057B458}" type="pres">
      <dgm:prSet presAssocID="{4BBD5023-B73B-4C16-B295-C52EB1DD9A8D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en-US"/>
        </a:p>
      </dgm:t>
    </dgm:pt>
    <dgm:pt modelId="{C86E50C6-FC56-493A-90B4-A1092A048F27}" type="pres">
      <dgm:prSet presAssocID="{BDBF4A91-255C-4E73-9BDF-ECA8939B4790}" presName="parenttextcomposite" presStyleCnt="0"/>
      <dgm:spPr/>
    </dgm:pt>
    <dgm:pt modelId="{F16B3519-C302-4126-8975-E5290BF991FF}" type="pres">
      <dgm:prSet presAssocID="{BDBF4A91-255C-4E73-9BDF-ECA8939B4790}" presName="parenttext" presStyleLbl="revTx" presStyleIdx="0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234BA0-D8F9-4AF5-B9A9-07D1EF3B29C1}" type="pres">
      <dgm:prSet presAssocID="{BDBF4A91-255C-4E73-9BDF-ECA8939B4790}" presName="composite" presStyleCnt="0"/>
      <dgm:spPr/>
    </dgm:pt>
    <dgm:pt modelId="{1DE8C538-422F-47DE-A9C7-6EC56876A38B}" type="pres">
      <dgm:prSet presAssocID="{BDBF4A91-255C-4E73-9BDF-ECA8939B4790}" presName="chevron1" presStyleLbl="alignNode1" presStyleIdx="0" presStyleCnt="21"/>
      <dgm:spPr/>
    </dgm:pt>
    <dgm:pt modelId="{6324497C-851D-46AC-B66F-65E4BF01E3A2}" type="pres">
      <dgm:prSet presAssocID="{BDBF4A91-255C-4E73-9BDF-ECA8939B4790}" presName="chevron2" presStyleLbl="alignNode1" presStyleIdx="1" presStyleCnt="21"/>
      <dgm:spPr/>
    </dgm:pt>
    <dgm:pt modelId="{E600D888-9294-4D8C-B5BD-F64157864C7F}" type="pres">
      <dgm:prSet presAssocID="{BDBF4A91-255C-4E73-9BDF-ECA8939B4790}" presName="chevron3" presStyleLbl="alignNode1" presStyleIdx="2" presStyleCnt="21"/>
      <dgm:spPr/>
    </dgm:pt>
    <dgm:pt modelId="{471B1F64-55D9-45C1-AF5C-1704DDBF69DE}" type="pres">
      <dgm:prSet presAssocID="{BDBF4A91-255C-4E73-9BDF-ECA8939B4790}" presName="chevron4" presStyleLbl="alignNode1" presStyleIdx="3" presStyleCnt="21" custLinFactX="-336756" custLinFactY="-15432" custLinFactNeighborX="-400000" custLinFactNeighborY="-100000"/>
      <dgm:spPr/>
    </dgm:pt>
    <dgm:pt modelId="{E81962DC-B52E-45D6-9BBD-2DE0CC42533D}" type="pres">
      <dgm:prSet presAssocID="{BDBF4A91-255C-4E73-9BDF-ECA8939B4790}" presName="chevron5" presStyleLbl="alignNode1" presStyleIdx="4" presStyleCnt="21"/>
      <dgm:spPr/>
    </dgm:pt>
    <dgm:pt modelId="{E15F73F6-DADD-4D75-B090-7E9279CB76FA}" type="pres">
      <dgm:prSet presAssocID="{BDBF4A91-255C-4E73-9BDF-ECA8939B4790}" presName="chevron6" presStyleLbl="alignNode1" presStyleIdx="5" presStyleCnt="21"/>
      <dgm:spPr/>
    </dgm:pt>
    <dgm:pt modelId="{4D4328B9-4F0E-4E03-B00B-ABA36CD3EA5A}" type="pres">
      <dgm:prSet presAssocID="{BDBF4A91-255C-4E73-9BDF-ECA8939B4790}" presName="chevron7" presStyleLbl="alignNode1" presStyleIdx="6" presStyleCnt="21"/>
      <dgm:spPr/>
    </dgm:pt>
    <dgm:pt modelId="{FE3D298F-BEC9-48CF-9021-21EBDF43985B}" type="pres">
      <dgm:prSet presAssocID="{BDBF4A91-255C-4E73-9BDF-ECA8939B4790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5EA2CD-D2BB-484C-914D-13DDA3258887}" type="pres">
      <dgm:prSet presAssocID="{D35D4692-C118-4F94-B694-9F4334485C85}" presName="sibTrans" presStyleCnt="0"/>
      <dgm:spPr/>
    </dgm:pt>
    <dgm:pt modelId="{46AF56D8-88BA-47B0-A71E-51DB9CFC013F}" type="pres">
      <dgm:prSet presAssocID="{9527A494-4940-465A-A4DE-00B977BAF59F}" presName="parenttextcomposite" presStyleCnt="0"/>
      <dgm:spPr/>
    </dgm:pt>
    <dgm:pt modelId="{2B79C3CB-E516-474B-9559-BC195C6E8A77}" type="pres">
      <dgm:prSet presAssocID="{9527A494-4940-465A-A4DE-00B977BAF59F}" presName="parenttext" presStyleLbl="revTx" presStyleIdx="1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5FDB73-8353-4793-A7D3-70778E234094}" type="pres">
      <dgm:prSet presAssocID="{9527A494-4940-465A-A4DE-00B977BAF59F}" presName="composite" presStyleCnt="0"/>
      <dgm:spPr/>
    </dgm:pt>
    <dgm:pt modelId="{7CEAB9D9-BDC7-474A-9DD9-97FBAEB6F410}" type="pres">
      <dgm:prSet presAssocID="{9527A494-4940-465A-A4DE-00B977BAF59F}" presName="chevron1" presStyleLbl="alignNode1" presStyleIdx="7" presStyleCnt="21"/>
      <dgm:spPr/>
    </dgm:pt>
    <dgm:pt modelId="{5F835C70-2710-4626-A883-EF35EB554FA0}" type="pres">
      <dgm:prSet presAssocID="{9527A494-4940-465A-A4DE-00B977BAF59F}" presName="chevron2" presStyleLbl="alignNode1" presStyleIdx="8" presStyleCnt="21"/>
      <dgm:spPr/>
    </dgm:pt>
    <dgm:pt modelId="{74104BE0-2262-4C64-BC61-EA098697842F}" type="pres">
      <dgm:prSet presAssocID="{9527A494-4940-465A-A4DE-00B977BAF59F}" presName="chevron3" presStyleLbl="alignNode1" presStyleIdx="9" presStyleCnt="21"/>
      <dgm:spPr/>
    </dgm:pt>
    <dgm:pt modelId="{53BD87D6-8D24-4112-9ADB-77F1B2663669}" type="pres">
      <dgm:prSet presAssocID="{9527A494-4940-465A-A4DE-00B977BAF59F}" presName="chevron4" presStyleLbl="alignNode1" presStyleIdx="10" presStyleCnt="21"/>
      <dgm:spPr/>
    </dgm:pt>
    <dgm:pt modelId="{708B2717-BCB7-4590-B830-1BB07E9EAE8B}" type="pres">
      <dgm:prSet presAssocID="{9527A494-4940-465A-A4DE-00B977BAF59F}" presName="chevron5" presStyleLbl="alignNode1" presStyleIdx="11" presStyleCnt="21"/>
      <dgm:spPr/>
    </dgm:pt>
    <dgm:pt modelId="{5126AF96-202D-489B-9D8A-A5661A7CA014}" type="pres">
      <dgm:prSet presAssocID="{9527A494-4940-465A-A4DE-00B977BAF59F}" presName="chevron6" presStyleLbl="alignNode1" presStyleIdx="12" presStyleCnt="21"/>
      <dgm:spPr/>
    </dgm:pt>
    <dgm:pt modelId="{4361D22D-000E-4885-A8BF-2ED6E17F481A}" type="pres">
      <dgm:prSet presAssocID="{9527A494-4940-465A-A4DE-00B977BAF59F}" presName="chevron7" presStyleLbl="alignNode1" presStyleIdx="13" presStyleCnt="21"/>
      <dgm:spPr/>
    </dgm:pt>
    <dgm:pt modelId="{EAB626F4-5AE8-44FB-9A6E-F5B5D659F6C2}" type="pres">
      <dgm:prSet presAssocID="{9527A494-4940-465A-A4DE-00B977BAF59F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4F360B-18CF-4C3E-86C7-4430628BA17B}" type="pres">
      <dgm:prSet presAssocID="{08B98E20-2257-41EF-9314-AF6E6ABAA3DD}" presName="sibTrans" presStyleCnt="0"/>
      <dgm:spPr/>
    </dgm:pt>
    <dgm:pt modelId="{FA3204AD-7BBE-47F5-A26F-646265979FD1}" type="pres">
      <dgm:prSet presAssocID="{D50E1918-E426-4A05-8FB0-5072AE4346F2}" presName="parenttextcomposite" presStyleCnt="0"/>
      <dgm:spPr/>
    </dgm:pt>
    <dgm:pt modelId="{8A99AD4D-1179-4376-9E3B-F4A26A059099}" type="pres">
      <dgm:prSet presAssocID="{D50E1918-E426-4A05-8FB0-5072AE4346F2}" presName="parenttext" presStyleLbl="revTx" presStyleIdx="2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AE7936-03B6-4065-91AE-47514A1B4ED6}" type="pres">
      <dgm:prSet presAssocID="{D50E1918-E426-4A05-8FB0-5072AE4346F2}" presName="composite" presStyleCnt="0"/>
      <dgm:spPr/>
    </dgm:pt>
    <dgm:pt modelId="{1620664C-A70E-4182-8A27-2206A09F3519}" type="pres">
      <dgm:prSet presAssocID="{D50E1918-E426-4A05-8FB0-5072AE4346F2}" presName="chevron1" presStyleLbl="alignNode1" presStyleIdx="14" presStyleCnt="21"/>
      <dgm:spPr/>
    </dgm:pt>
    <dgm:pt modelId="{A5854AFA-CCA9-4A9B-A0B5-0311FCD804F8}" type="pres">
      <dgm:prSet presAssocID="{D50E1918-E426-4A05-8FB0-5072AE4346F2}" presName="chevron2" presStyleLbl="alignNode1" presStyleIdx="15" presStyleCnt="21"/>
      <dgm:spPr/>
    </dgm:pt>
    <dgm:pt modelId="{8325429B-48C0-46DC-880E-13999D1E515C}" type="pres">
      <dgm:prSet presAssocID="{D50E1918-E426-4A05-8FB0-5072AE4346F2}" presName="chevron3" presStyleLbl="alignNode1" presStyleIdx="16" presStyleCnt="21"/>
      <dgm:spPr/>
    </dgm:pt>
    <dgm:pt modelId="{0EA33CF7-AEAD-4A26-9D06-49B718EAA54E}" type="pres">
      <dgm:prSet presAssocID="{D50E1918-E426-4A05-8FB0-5072AE4346F2}" presName="chevron4" presStyleLbl="alignNode1" presStyleIdx="17" presStyleCnt="21"/>
      <dgm:spPr/>
    </dgm:pt>
    <dgm:pt modelId="{CC8B49B6-AC2A-4740-A0A9-3FC200867475}" type="pres">
      <dgm:prSet presAssocID="{D50E1918-E426-4A05-8FB0-5072AE4346F2}" presName="chevron5" presStyleLbl="alignNode1" presStyleIdx="18" presStyleCnt="21"/>
      <dgm:spPr/>
    </dgm:pt>
    <dgm:pt modelId="{8C01AE1A-DC20-4D47-915C-A264FFF16518}" type="pres">
      <dgm:prSet presAssocID="{D50E1918-E426-4A05-8FB0-5072AE4346F2}" presName="chevron6" presStyleLbl="alignNode1" presStyleIdx="19" presStyleCnt="21"/>
      <dgm:spPr/>
    </dgm:pt>
    <dgm:pt modelId="{012F9A55-999F-4E92-86DE-BF684CF57712}" type="pres">
      <dgm:prSet presAssocID="{D50E1918-E426-4A05-8FB0-5072AE4346F2}" presName="chevron7" presStyleLbl="alignNode1" presStyleIdx="20" presStyleCnt="21"/>
      <dgm:spPr/>
    </dgm:pt>
    <dgm:pt modelId="{EBEC4CA3-6E5C-44C5-A9F8-23064036B106}" type="pres">
      <dgm:prSet presAssocID="{D50E1918-E426-4A05-8FB0-5072AE4346F2}" presName="childtext" presStyleLbl="solidFgAcc1" presStyleIdx="2" presStyleCnt="3" custScaleY="112155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5B65BDC-AE50-4A8E-8265-E64FA47F3945}" srcId="{D50E1918-E426-4A05-8FB0-5072AE4346F2}" destId="{D773331A-F7D6-43AD-AEB5-2405CABE2F7F}" srcOrd="0" destOrd="0" parTransId="{07A32B98-B7CF-4D92-ACA4-001054F8F100}" sibTransId="{5B34C8D2-8BB6-44FF-85F5-58FFF9576E1E}"/>
    <dgm:cxn modelId="{FFC4B658-AB25-4648-BCB7-D77E1BA111F5}" type="presOf" srcId="{098DD3EF-17F5-4343-8AA7-F6B213DA74A5}" destId="{FE3D298F-BEC9-48CF-9021-21EBDF43985B}" srcOrd="0" destOrd="0" presId="urn:microsoft.com/office/officeart/2008/layout/VerticalAccentList"/>
    <dgm:cxn modelId="{05E91DB9-C284-4033-BF3F-562901C4B0D2}" type="presOf" srcId="{BDBF4A91-255C-4E73-9BDF-ECA8939B4790}" destId="{F16B3519-C302-4126-8975-E5290BF991FF}" srcOrd="0" destOrd="0" presId="urn:microsoft.com/office/officeart/2008/layout/VerticalAccentList"/>
    <dgm:cxn modelId="{E5E604D2-2C1D-437F-A090-B13CED588FA4}" type="presOf" srcId="{6ED1AFC9-F5C6-4062-9C1A-5249D5CAA023}" destId="{EAB626F4-5AE8-44FB-9A6E-F5B5D659F6C2}" srcOrd="0" destOrd="0" presId="urn:microsoft.com/office/officeart/2008/layout/VerticalAccentList"/>
    <dgm:cxn modelId="{5AA5D2B1-B4CD-4B56-B6AF-6E4D2A319D57}" srcId="{4BBD5023-B73B-4C16-B295-C52EB1DD9A8D}" destId="{D50E1918-E426-4A05-8FB0-5072AE4346F2}" srcOrd="2" destOrd="0" parTransId="{4197726E-81C5-4877-B61F-161375952FBC}" sibTransId="{4607ADE0-EFA2-4B0F-8E3B-9BA964C40D9E}"/>
    <dgm:cxn modelId="{F2964FB3-EE3F-47B6-96F2-232941B5467E}" type="presOf" srcId="{D773331A-F7D6-43AD-AEB5-2405CABE2F7F}" destId="{EBEC4CA3-6E5C-44C5-A9F8-23064036B106}" srcOrd="0" destOrd="0" presId="urn:microsoft.com/office/officeart/2008/layout/VerticalAccentList"/>
    <dgm:cxn modelId="{947DB7F3-3945-4602-9ACC-FFAB6F07F24E}" srcId="{4BBD5023-B73B-4C16-B295-C52EB1DD9A8D}" destId="{9527A494-4940-465A-A4DE-00B977BAF59F}" srcOrd="1" destOrd="0" parTransId="{D991BB78-358A-40A6-9943-AEA4EE15209D}" sibTransId="{08B98E20-2257-41EF-9314-AF6E6ABAA3DD}"/>
    <dgm:cxn modelId="{9DDF128B-C1E8-4620-AAA5-3143AAF77313}" srcId="{4BBD5023-B73B-4C16-B295-C52EB1DD9A8D}" destId="{BDBF4A91-255C-4E73-9BDF-ECA8939B4790}" srcOrd="0" destOrd="0" parTransId="{0DA65CDE-A005-4D2E-8856-EA8ABABF6032}" sibTransId="{D35D4692-C118-4F94-B694-9F4334485C85}"/>
    <dgm:cxn modelId="{4CB0E5B6-ABEF-44C9-95AA-E53850982FE0}" type="presOf" srcId="{D50E1918-E426-4A05-8FB0-5072AE4346F2}" destId="{8A99AD4D-1179-4376-9E3B-F4A26A059099}" srcOrd="0" destOrd="0" presId="urn:microsoft.com/office/officeart/2008/layout/VerticalAccentList"/>
    <dgm:cxn modelId="{2A8DEF3A-D180-42DF-8B11-4D236A5E1472}" type="presOf" srcId="{4BBD5023-B73B-4C16-B295-C52EB1DD9A8D}" destId="{5232BB4E-1669-4FBD-9C30-ACFBF057B458}" srcOrd="0" destOrd="0" presId="urn:microsoft.com/office/officeart/2008/layout/VerticalAccentList"/>
    <dgm:cxn modelId="{053EBBCD-8FBA-4B62-98D9-0C0A89A979FA}" srcId="{BDBF4A91-255C-4E73-9BDF-ECA8939B4790}" destId="{098DD3EF-17F5-4343-8AA7-F6B213DA74A5}" srcOrd="0" destOrd="0" parTransId="{2C4DFA25-1C58-4116-9783-D86D8C993B4D}" sibTransId="{A30D1D13-1C68-4389-9B66-519C0C7306EB}"/>
    <dgm:cxn modelId="{AD78A600-4E2A-44BF-8787-D4DF3E43A5C9}" srcId="{9527A494-4940-465A-A4DE-00B977BAF59F}" destId="{6ED1AFC9-F5C6-4062-9C1A-5249D5CAA023}" srcOrd="0" destOrd="0" parTransId="{62F75172-EDD8-4C1A-ACA7-111856EEDFE5}" sibTransId="{4809EAEA-6516-455C-895F-11F034C8CA22}"/>
    <dgm:cxn modelId="{86849691-1927-427F-AE1B-CE38C1938440}" type="presOf" srcId="{9527A494-4940-465A-A4DE-00B977BAF59F}" destId="{2B79C3CB-E516-474B-9559-BC195C6E8A77}" srcOrd="0" destOrd="0" presId="urn:microsoft.com/office/officeart/2008/layout/VerticalAccentList"/>
    <dgm:cxn modelId="{8767108D-1D43-4E56-8E34-37BD0FF45082}" type="presParOf" srcId="{5232BB4E-1669-4FBD-9C30-ACFBF057B458}" destId="{C86E50C6-FC56-493A-90B4-A1092A048F27}" srcOrd="0" destOrd="0" presId="urn:microsoft.com/office/officeart/2008/layout/VerticalAccentList"/>
    <dgm:cxn modelId="{96E69ECF-CB57-4517-AC9A-1DF740E51D3D}" type="presParOf" srcId="{C86E50C6-FC56-493A-90B4-A1092A048F27}" destId="{F16B3519-C302-4126-8975-E5290BF991FF}" srcOrd="0" destOrd="0" presId="urn:microsoft.com/office/officeart/2008/layout/VerticalAccentList"/>
    <dgm:cxn modelId="{FD86C65C-CA07-41C1-870D-D6A111126117}" type="presParOf" srcId="{5232BB4E-1669-4FBD-9C30-ACFBF057B458}" destId="{66234BA0-D8F9-4AF5-B9A9-07D1EF3B29C1}" srcOrd="1" destOrd="0" presId="urn:microsoft.com/office/officeart/2008/layout/VerticalAccentList"/>
    <dgm:cxn modelId="{03BD8E36-52F8-4A6C-AF5A-1DB2FA296D85}" type="presParOf" srcId="{66234BA0-D8F9-4AF5-B9A9-07D1EF3B29C1}" destId="{1DE8C538-422F-47DE-A9C7-6EC56876A38B}" srcOrd="0" destOrd="0" presId="urn:microsoft.com/office/officeart/2008/layout/VerticalAccentList"/>
    <dgm:cxn modelId="{759A1FA5-ECE3-4B75-B869-F064B9DCD93F}" type="presParOf" srcId="{66234BA0-D8F9-4AF5-B9A9-07D1EF3B29C1}" destId="{6324497C-851D-46AC-B66F-65E4BF01E3A2}" srcOrd="1" destOrd="0" presId="urn:microsoft.com/office/officeart/2008/layout/VerticalAccentList"/>
    <dgm:cxn modelId="{24845A47-C35E-46A6-A83D-0DB9162708C5}" type="presParOf" srcId="{66234BA0-D8F9-4AF5-B9A9-07D1EF3B29C1}" destId="{E600D888-9294-4D8C-B5BD-F64157864C7F}" srcOrd="2" destOrd="0" presId="urn:microsoft.com/office/officeart/2008/layout/VerticalAccentList"/>
    <dgm:cxn modelId="{ACA67180-18EB-444A-B763-B2F72D861A73}" type="presParOf" srcId="{66234BA0-D8F9-4AF5-B9A9-07D1EF3B29C1}" destId="{471B1F64-55D9-45C1-AF5C-1704DDBF69DE}" srcOrd="3" destOrd="0" presId="urn:microsoft.com/office/officeart/2008/layout/VerticalAccentList"/>
    <dgm:cxn modelId="{9309EA48-B0A5-4730-A308-B6776AA69652}" type="presParOf" srcId="{66234BA0-D8F9-4AF5-B9A9-07D1EF3B29C1}" destId="{E81962DC-B52E-45D6-9BBD-2DE0CC42533D}" srcOrd="4" destOrd="0" presId="urn:microsoft.com/office/officeart/2008/layout/VerticalAccentList"/>
    <dgm:cxn modelId="{19E2763D-A9A1-4A00-8E2C-534364600F81}" type="presParOf" srcId="{66234BA0-D8F9-4AF5-B9A9-07D1EF3B29C1}" destId="{E15F73F6-DADD-4D75-B090-7E9279CB76FA}" srcOrd="5" destOrd="0" presId="urn:microsoft.com/office/officeart/2008/layout/VerticalAccentList"/>
    <dgm:cxn modelId="{70FF622E-91FA-4368-A925-1CAD7A4061D9}" type="presParOf" srcId="{66234BA0-D8F9-4AF5-B9A9-07D1EF3B29C1}" destId="{4D4328B9-4F0E-4E03-B00B-ABA36CD3EA5A}" srcOrd="6" destOrd="0" presId="urn:microsoft.com/office/officeart/2008/layout/VerticalAccentList"/>
    <dgm:cxn modelId="{3B2C1B2F-361D-404D-AF9C-CED5A01772F2}" type="presParOf" srcId="{66234BA0-D8F9-4AF5-B9A9-07D1EF3B29C1}" destId="{FE3D298F-BEC9-48CF-9021-21EBDF43985B}" srcOrd="7" destOrd="0" presId="urn:microsoft.com/office/officeart/2008/layout/VerticalAccentList"/>
    <dgm:cxn modelId="{7A4D84E3-829F-47FF-9A9A-7C029F9430AE}" type="presParOf" srcId="{5232BB4E-1669-4FBD-9C30-ACFBF057B458}" destId="{725EA2CD-D2BB-484C-914D-13DDA3258887}" srcOrd="2" destOrd="0" presId="urn:microsoft.com/office/officeart/2008/layout/VerticalAccentList"/>
    <dgm:cxn modelId="{3164E0F3-B3A2-4C1E-A256-48C3C5AB34AF}" type="presParOf" srcId="{5232BB4E-1669-4FBD-9C30-ACFBF057B458}" destId="{46AF56D8-88BA-47B0-A71E-51DB9CFC013F}" srcOrd="3" destOrd="0" presId="urn:microsoft.com/office/officeart/2008/layout/VerticalAccentList"/>
    <dgm:cxn modelId="{D3C84AE9-4B29-4E15-B38A-5167C3853492}" type="presParOf" srcId="{46AF56D8-88BA-47B0-A71E-51DB9CFC013F}" destId="{2B79C3CB-E516-474B-9559-BC195C6E8A77}" srcOrd="0" destOrd="0" presId="urn:microsoft.com/office/officeart/2008/layout/VerticalAccentList"/>
    <dgm:cxn modelId="{BD48561C-870E-40D6-9230-F533ECE20D0A}" type="presParOf" srcId="{5232BB4E-1669-4FBD-9C30-ACFBF057B458}" destId="{4C5FDB73-8353-4793-A7D3-70778E234094}" srcOrd="4" destOrd="0" presId="urn:microsoft.com/office/officeart/2008/layout/VerticalAccentList"/>
    <dgm:cxn modelId="{1D5F34F9-E571-442D-A73E-5AA8DAE3E0E0}" type="presParOf" srcId="{4C5FDB73-8353-4793-A7D3-70778E234094}" destId="{7CEAB9D9-BDC7-474A-9DD9-97FBAEB6F410}" srcOrd="0" destOrd="0" presId="urn:microsoft.com/office/officeart/2008/layout/VerticalAccentList"/>
    <dgm:cxn modelId="{E10BE077-8D5C-4F86-8B83-CB72E30BEFD8}" type="presParOf" srcId="{4C5FDB73-8353-4793-A7D3-70778E234094}" destId="{5F835C70-2710-4626-A883-EF35EB554FA0}" srcOrd="1" destOrd="0" presId="urn:microsoft.com/office/officeart/2008/layout/VerticalAccentList"/>
    <dgm:cxn modelId="{69940BD2-D576-4137-834C-FE74EB65F8A6}" type="presParOf" srcId="{4C5FDB73-8353-4793-A7D3-70778E234094}" destId="{74104BE0-2262-4C64-BC61-EA098697842F}" srcOrd="2" destOrd="0" presId="urn:microsoft.com/office/officeart/2008/layout/VerticalAccentList"/>
    <dgm:cxn modelId="{E369FF35-489F-4274-851E-04EAB646AAF3}" type="presParOf" srcId="{4C5FDB73-8353-4793-A7D3-70778E234094}" destId="{53BD87D6-8D24-4112-9ADB-77F1B2663669}" srcOrd="3" destOrd="0" presId="urn:microsoft.com/office/officeart/2008/layout/VerticalAccentList"/>
    <dgm:cxn modelId="{DD6DEFE0-A698-4D6F-9C3A-A179B32D5430}" type="presParOf" srcId="{4C5FDB73-8353-4793-A7D3-70778E234094}" destId="{708B2717-BCB7-4590-B830-1BB07E9EAE8B}" srcOrd="4" destOrd="0" presId="urn:microsoft.com/office/officeart/2008/layout/VerticalAccentList"/>
    <dgm:cxn modelId="{F5985D63-73F5-47F9-BC7E-6FCD3398C8AD}" type="presParOf" srcId="{4C5FDB73-8353-4793-A7D3-70778E234094}" destId="{5126AF96-202D-489B-9D8A-A5661A7CA014}" srcOrd="5" destOrd="0" presId="urn:microsoft.com/office/officeart/2008/layout/VerticalAccentList"/>
    <dgm:cxn modelId="{9BA0DBC2-8A46-49B8-BE26-C61C4990338A}" type="presParOf" srcId="{4C5FDB73-8353-4793-A7D3-70778E234094}" destId="{4361D22D-000E-4885-A8BF-2ED6E17F481A}" srcOrd="6" destOrd="0" presId="urn:microsoft.com/office/officeart/2008/layout/VerticalAccentList"/>
    <dgm:cxn modelId="{BACDF4D5-DD49-4EC9-A409-727EFE08E33E}" type="presParOf" srcId="{4C5FDB73-8353-4793-A7D3-70778E234094}" destId="{EAB626F4-5AE8-44FB-9A6E-F5B5D659F6C2}" srcOrd="7" destOrd="0" presId="urn:microsoft.com/office/officeart/2008/layout/VerticalAccentList"/>
    <dgm:cxn modelId="{70C51062-45A0-49F7-8405-05090E6F8EE7}" type="presParOf" srcId="{5232BB4E-1669-4FBD-9C30-ACFBF057B458}" destId="{E34F360B-18CF-4C3E-86C7-4430628BA17B}" srcOrd="5" destOrd="0" presId="urn:microsoft.com/office/officeart/2008/layout/VerticalAccentList"/>
    <dgm:cxn modelId="{5B891A66-8614-490B-8186-BD743741FA25}" type="presParOf" srcId="{5232BB4E-1669-4FBD-9C30-ACFBF057B458}" destId="{FA3204AD-7BBE-47F5-A26F-646265979FD1}" srcOrd="6" destOrd="0" presId="urn:microsoft.com/office/officeart/2008/layout/VerticalAccentList"/>
    <dgm:cxn modelId="{85EC636B-3B0A-47FB-B102-DEED43F0BC96}" type="presParOf" srcId="{FA3204AD-7BBE-47F5-A26F-646265979FD1}" destId="{8A99AD4D-1179-4376-9E3B-F4A26A059099}" srcOrd="0" destOrd="0" presId="urn:microsoft.com/office/officeart/2008/layout/VerticalAccentList"/>
    <dgm:cxn modelId="{2C30C81B-2A6A-4988-AF42-E7CC13D14E50}" type="presParOf" srcId="{5232BB4E-1669-4FBD-9C30-ACFBF057B458}" destId="{BBAE7936-03B6-4065-91AE-47514A1B4ED6}" srcOrd="7" destOrd="0" presId="urn:microsoft.com/office/officeart/2008/layout/VerticalAccentList"/>
    <dgm:cxn modelId="{A7EC549B-50C6-4CFD-90DE-A5B0315FA85B}" type="presParOf" srcId="{BBAE7936-03B6-4065-91AE-47514A1B4ED6}" destId="{1620664C-A70E-4182-8A27-2206A09F3519}" srcOrd="0" destOrd="0" presId="urn:microsoft.com/office/officeart/2008/layout/VerticalAccentList"/>
    <dgm:cxn modelId="{C550BFD5-C22D-422D-A9A7-D52730DDB399}" type="presParOf" srcId="{BBAE7936-03B6-4065-91AE-47514A1B4ED6}" destId="{A5854AFA-CCA9-4A9B-A0B5-0311FCD804F8}" srcOrd="1" destOrd="0" presId="urn:microsoft.com/office/officeart/2008/layout/VerticalAccentList"/>
    <dgm:cxn modelId="{C4432EBD-EACD-44FF-B76A-0ADB4326CC28}" type="presParOf" srcId="{BBAE7936-03B6-4065-91AE-47514A1B4ED6}" destId="{8325429B-48C0-46DC-880E-13999D1E515C}" srcOrd="2" destOrd="0" presId="urn:microsoft.com/office/officeart/2008/layout/VerticalAccentList"/>
    <dgm:cxn modelId="{8CD78527-E90E-4535-BFE7-606596323AFD}" type="presParOf" srcId="{BBAE7936-03B6-4065-91AE-47514A1B4ED6}" destId="{0EA33CF7-AEAD-4A26-9D06-49B718EAA54E}" srcOrd="3" destOrd="0" presId="urn:microsoft.com/office/officeart/2008/layout/VerticalAccentList"/>
    <dgm:cxn modelId="{32D91F3B-28BC-481C-AE11-135E242B6A70}" type="presParOf" srcId="{BBAE7936-03B6-4065-91AE-47514A1B4ED6}" destId="{CC8B49B6-AC2A-4740-A0A9-3FC200867475}" srcOrd="4" destOrd="0" presId="urn:microsoft.com/office/officeart/2008/layout/VerticalAccentList"/>
    <dgm:cxn modelId="{05266508-5AE2-42B7-9AB5-7260AE955DF3}" type="presParOf" srcId="{BBAE7936-03B6-4065-91AE-47514A1B4ED6}" destId="{8C01AE1A-DC20-4D47-915C-A264FFF16518}" srcOrd="5" destOrd="0" presId="urn:microsoft.com/office/officeart/2008/layout/VerticalAccentList"/>
    <dgm:cxn modelId="{67E1E3CC-425A-4D8A-83FF-B7D6335EC52D}" type="presParOf" srcId="{BBAE7936-03B6-4065-91AE-47514A1B4ED6}" destId="{012F9A55-999F-4E92-86DE-BF684CF57712}" srcOrd="6" destOrd="0" presId="urn:microsoft.com/office/officeart/2008/layout/VerticalAccentList"/>
    <dgm:cxn modelId="{3EBEFC1A-9F7C-4BE8-982B-E7BA93A7D4BC}" type="presParOf" srcId="{BBAE7936-03B6-4065-91AE-47514A1B4ED6}" destId="{EBEC4CA3-6E5C-44C5-A9F8-23064036B106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BD5023-B73B-4C16-B295-C52EB1DD9A8D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8DD3EF-17F5-4343-8AA7-F6B213DA74A5}">
      <dgm:prSet phldrT="[Text]"/>
      <dgm:spPr/>
      <dgm:t>
        <a:bodyPr/>
        <a:lstStyle/>
        <a:p>
          <a:r>
            <a:rPr lang="en-US" dirty="0" smtClean="0"/>
            <a:t>Sensitive to outliers</a:t>
          </a:r>
          <a:endParaRPr lang="en-US" dirty="0"/>
        </a:p>
      </dgm:t>
    </dgm:pt>
    <dgm:pt modelId="{2C4DFA25-1C58-4116-9783-D86D8C993B4D}" type="parTrans" cxnId="{053EBBCD-8FBA-4B62-98D9-0C0A89A979FA}">
      <dgm:prSet/>
      <dgm:spPr/>
      <dgm:t>
        <a:bodyPr/>
        <a:lstStyle/>
        <a:p>
          <a:endParaRPr lang="en-US"/>
        </a:p>
      </dgm:t>
    </dgm:pt>
    <dgm:pt modelId="{A30D1D13-1C68-4389-9B66-519C0C7306EB}" type="sibTrans" cxnId="{053EBBCD-8FBA-4B62-98D9-0C0A89A979FA}">
      <dgm:prSet/>
      <dgm:spPr/>
      <dgm:t>
        <a:bodyPr/>
        <a:lstStyle/>
        <a:p>
          <a:endParaRPr lang="en-US"/>
        </a:p>
      </dgm:t>
    </dgm:pt>
    <dgm:pt modelId="{9527A494-4940-465A-A4DE-00B977BAF59F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D991BB78-358A-40A6-9943-AEA4EE15209D}" type="parTrans" cxnId="{947DB7F3-3945-4602-9ACC-FFAB6F07F24E}">
      <dgm:prSet/>
      <dgm:spPr/>
      <dgm:t>
        <a:bodyPr/>
        <a:lstStyle/>
        <a:p>
          <a:endParaRPr lang="en-US"/>
        </a:p>
      </dgm:t>
    </dgm:pt>
    <dgm:pt modelId="{08B98E20-2257-41EF-9314-AF6E6ABAA3DD}" type="sibTrans" cxnId="{947DB7F3-3945-4602-9ACC-FFAB6F07F24E}">
      <dgm:prSet/>
      <dgm:spPr/>
      <dgm:t>
        <a:bodyPr/>
        <a:lstStyle/>
        <a:p>
          <a:endParaRPr lang="en-US"/>
        </a:p>
      </dgm:t>
    </dgm:pt>
    <dgm:pt modelId="{6ED1AFC9-F5C6-4062-9C1A-5249D5CAA023}">
      <dgm:prSet phldrT="[Text]"/>
      <dgm:spPr/>
      <dgm:t>
        <a:bodyPr/>
        <a:lstStyle/>
        <a:p>
          <a:r>
            <a:rPr lang="en-US" dirty="0" smtClean="0"/>
            <a:t>Assumes a linear relationships </a:t>
          </a:r>
          <a:endParaRPr lang="en-US" dirty="0"/>
        </a:p>
      </dgm:t>
    </dgm:pt>
    <dgm:pt modelId="{62F75172-EDD8-4C1A-ACA7-111856EEDFE5}" type="parTrans" cxnId="{AD78A600-4E2A-44BF-8787-D4DF3E43A5C9}">
      <dgm:prSet/>
      <dgm:spPr/>
      <dgm:t>
        <a:bodyPr/>
        <a:lstStyle/>
        <a:p>
          <a:endParaRPr lang="en-US"/>
        </a:p>
      </dgm:t>
    </dgm:pt>
    <dgm:pt modelId="{4809EAEA-6516-455C-895F-11F034C8CA22}" type="sibTrans" cxnId="{AD78A600-4E2A-44BF-8787-D4DF3E43A5C9}">
      <dgm:prSet/>
      <dgm:spPr/>
      <dgm:t>
        <a:bodyPr/>
        <a:lstStyle/>
        <a:p>
          <a:endParaRPr lang="en-US"/>
        </a:p>
      </dgm:t>
    </dgm:pt>
    <dgm:pt modelId="{D50E1918-E426-4A05-8FB0-5072AE4346F2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4197726E-81C5-4877-B61F-161375952FBC}" type="parTrans" cxnId="{5AA5D2B1-B4CD-4B56-B6AF-6E4D2A319D57}">
      <dgm:prSet/>
      <dgm:spPr/>
      <dgm:t>
        <a:bodyPr/>
        <a:lstStyle/>
        <a:p>
          <a:endParaRPr lang="en-US"/>
        </a:p>
      </dgm:t>
    </dgm:pt>
    <dgm:pt modelId="{4607ADE0-EFA2-4B0F-8E3B-9BA964C40D9E}" type="sibTrans" cxnId="{5AA5D2B1-B4CD-4B56-B6AF-6E4D2A319D57}">
      <dgm:prSet/>
      <dgm:spPr/>
      <dgm:t>
        <a:bodyPr/>
        <a:lstStyle/>
        <a:p>
          <a:endParaRPr lang="en-US"/>
        </a:p>
      </dgm:t>
    </dgm:pt>
    <dgm:pt modelId="{D773331A-F7D6-43AD-AEB5-2405CABE2F7F}">
      <dgm:prSet phldrT="[Text]"/>
      <dgm:spPr/>
      <dgm:t>
        <a:bodyPr/>
        <a:lstStyle/>
        <a:p>
          <a:r>
            <a:rPr lang="en-US" dirty="0" smtClean="0"/>
            <a:t>Large amount of required data to predict </a:t>
          </a:r>
          <a:r>
            <a:rPr lang="en-US" dirty="0" smtClean="0"/>
            <a:t>accurate </a:t>
          </a:r>
          <a:r>
            <a:rPr lang="en-US" dirty="0" smtClean="0"/>
            <a:t>results</a:t>
          </a:r>
          <a:endParaRPr lang="en-US" dirty="0"/>
        </a:p>
      </dgm:t>
    </dgm:pt>
    <dgm:pt modelId="{07A32B98-B7CF-4D92-ACA4-001054F8F100}" type="parTrans" cxnId="{F5B65BDC-AE50-4A8E-8265-E64FA47F3945}">
      <dgm:prSet/>
      <dgm:spPr/>
      <dgm:t>
        <a:bodyPr/>
        <a:lstStyle/>
        <a:p>
          <a:endParaRPr lang="en-US"/>
        </a:p>
      </dgm:t>
    </dgm:pt>
    <dgm:pt modelId="{5B34C8D2-8BB6-44FF-85F5-58FFF9576E1E}" type="sibTrans" cxnId="{F5B65BDC-AE50-4A8E-8265-E64FA47F3945}">
      <dgm:prSet/>
      <dgm:spPr/>
      <dgm:t>
        <a:bodyPr/>
        <a:lstStyle/>
        <a:p>
          <a:endParaRPr lang="en-US"/>
        </a:p>
      </dgm:t>
    </dgm:pt>
    <dgm:pt modelId="{BDBF4A91-255C-4E73-9BDF-ECA8939B4790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D35D4692-C118-4F94-B694-9F4334485C85}" type="sibTrans" cxnId="{9DDF128B-C1E8-4620-AAA5-3143AAF77313}">
      <dgm:prSet/>
      <dgm:spPr/>
      <dgm:t>
        <a:bodyPr/>
        <a:lstStyle/>
        <a:p>
          <a:endParaRPr lang="en-US"/>
        </a:p>
      </dgm:t>
    </dgm:pt>
    <dgm:pt modelId="{0DA65CDE-A005-4D2E-8856-EA8ABABF6032}" type="parTrans" cxnId="{9DDF128B-C1E8-4620-AAA5-3143AAF77313}">
      <dgm:prSet/>
      <dgm:spPr/>
      <dgm:t>
        <a:bodyPr/>
        <a:lstStyle/>
        <a:p>
          <a:endParaRPr lang="en-US"/>
        </a:p>
      </dgm:t>
    </dgm:pt>
    <dgm:pt modelId="{5232BB4E-1669-4FBD-9C30-ACFBF057B458}" type="pres">
      <dgm:prSet presAssocID="{4BBD5023-B73B-4C16-B295-C52EB1DD9A8D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en-US"/>
        </a:p>
      </dgm:t>
    </dgm:pt>
    <dgm:pt modelId="{C86E50C6-FC56-493A-90B4-A1092A048F27}" type="pres">
      <dgm:prSet presAssocID="{BDBF4A91-255C-4E73-9BDF-ECA8939B4790}" presName="parenttextcomposite" presStyleCnt="0"/>
      <dgm:spPr/>
    </dgm:pt>
    <dgm:pt modelId="{F16B3519-C302-4126-8975-E5290BF991FF}" type="pres">
      <dgm:prSet presAssocID="{BDBF4A91-255C-4E73-9BDF-ECA8939B4790}" presName="parenttext" presStyleLbl="revTx" presStyleIdx="0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234BA0-D8F9-4AF5-B9A9-07D1EF3B29C1}" type="pres">
      <dgm:prSet presAssocID="{BDBF4A91-255C-4E73-9BDF-ECA8939B4790}" presName="composite" presStyleCnt="0"/>
      <dgm:spPr/>
    </dgm:pt>
    <dgm:pt modelId="{1DE8C538-422F-47DE-A9C7-6EC56876A38B}" type="pres">
      <dgm:prSet presAssocID="{BDBF4A91-255C-4E73-9BDF-ECA8939B4790}" presName="chevron1" presStyleLbl="alignNode1" presStyleIdx="0" presStyleCnt="21"/>
      <dgm:spPr/>
    </dgm:pt>
    <dgm:pt modelId="{6324497C-851D-46AC-B66F-65E4BF01E3A2}" type="pres">
      <dgm:prSet presAssocID="{BDBF4A91-255C-4E73-9BDF-ECA8939B4790}" presName="chevron2" presStyleLbl="alignNode1" presStyleIdx="1" presStyleCnt="21"/>
      <dgm:spPr/>
    </dgm:pt>
    <dgm:pt modelId="{E600D888-9294-4D8C-B5BD-F64157864C7F}" type="pres">
      <dgm:prSet presAssocID="{BDBF4A91-255C-4E73-9BDF-ECA8939B4790}" presName="chevron3" presStyleLbl="alignNode1" presStyleIdx="2" presStyleCnt="21"/>
      <dgm:spPr/>
    </dgm:pt>
    <dgm:pt modelId="{471B1F64-55D9-45C1-AF5C-1704DDBF69DE}" type="pres">
      <dgm:prSet presAssocID="{BDBF4A91-255C-4E73-9BDF-ECA8939B4790}" presName="chevron4" presStyleLbl="alignNode1" presStyleIdx="3" presStyleCnt="21" custLinFactX="-336756" custLinFactY="-15432" custLinFactNeighborX="-400000" custLinFactNeighborY="-100000"/>
      <dgm:spPr/>
    </dgm:pt>
    <dgm:pt modelId="{E81962DC-B52E-45D6-9BBD-2DE0CC42533D}" type="pres">
      <dgm:prSet presAssocID="{BDBF4A91-255C-4E73-9BDF-ECA8939B4790}" presName="chevron5" presStyleLbl="alignNode1" presStyleIdx="4" presStyleCnt="21"/>
      <dgm:spPr/>
    </dgm:pt>
    <dgm:pt modelId="{E15F73F6-DADD-4D75-B090-7E9279CB76FA}" type="pres">
      <dgm:prSet presAssocID="{BDBF4A91-255C-4E73-9BDF-ECA8939B4790}" presName="chevron6" presStyleLbl="alignNode1" presStyleIdx="5" presStyleCnt="21"/>
      <dgm:spPr/>
    </dgm:pt>
    <dgm:pt modelId="{4D4328B9-4F0E-4E03-B00B-ABA36CD3EA5A}" type="pres">
      <dgm:prSet presAssocID="{BDBF4A91-255C-4E73-9BDF-ECA8939B4790}" presName="chevron7" presStyleLbl="alignNode1" presStyleIdx="6" presStyleCnt="21"/>
      <dgm:spPr/>
    </dgm:pt>
    <dgm:pt modelId="{FE3D298F-BEC9-48CF-9021-21EBDF43985B}" type="pres">
      <dgm:prSet presAssocID="{BDBF4A91-255C-4E73-9BDF-ECA8939B4790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5EA2CD-D2BB-484C-914D-13DDA3258887}" type="pres">
      <dgm:prSet presAssocID="{D35D4692-C118-4F94-B694-9F4334485C85}" presName="sibTrans" presStyleCnt="0"/>
      <dgm:spPr/>
    </dgm:pt>
    <dgm:pt modelId="{46AF56D8-88BA-47B0-A71E-51DB9CFC013F}" type="pres">
      <dgm:prSet presAssocID="{9527A494-4940-465A-A4DE-00B977BAF59F}" presName="parenttextcomposite" presStyleCnt="0"/>
      <dgm:spPr/>
    </dgm:pt>
    <dgm:pt modelId="{2B79C3CB-E516-474B-9559-BC195C6E8A77}" type="pres">
      <dgm:prSet presAssocID="{9527A494-4940-465A-A4DE-00B977BAF59F}" presName="parenttext" presStyleLbl="revTx" presStyleIdx="1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5FDB73-8353-4793-A7D3-70778E234094}" type="pres">
      <dgm:prSet presAssocID="{9527A494-4940-465A-A4DE-00B977BAF59F}" presName="composite" presStyleCnt="0"/>
      <dgm:spPr/>
    </dgm:pt>
    <dgm:pt modelId="{7CEAB9D9-BDC7-474A-9DD9-97FBAEB6F410}" type="pres">
      <dgm:prSet presAssocID="{9527A494-4940-465A-A4DE-00B977BAF59F}" presName="chevron1" presStyleLbl="alignNode1" presStyleIdx="7" presStyleCnt="21"/>
      <dgm:spPr/>
    </dgm:pt>
    <dgm:pt modelId="{5F835C70-2710-4626-A883-EF35EB554FA0}" type="pres">
      <dgm:prSet presAssocID="{9527A494-4940-465A-A4DE-00B977BAF59F}" presName="chevron2" presStyleLbl="alignNode1" presStyleIdx="8" presStyleCnt="21"/>
      <dgm:spPr/>
    </dgm:pt>
    <dgm:pt modelId="{74104BE0-2262-4C64-BC61-EA098697842F}" type="pres">
      <dgm:prSet presAssocID="{9527A494-4940-465A-A4DE-00B977BAF59F}" presName="chevron3" presStyleLbl="alignNode1" presStyleIdx="9" presStyleCnt="21"/>
      <dgm:spPr/>
    </dgm:pt>
    <dgm:pt modelId="{53BD87D6-8D24-4112-9ADB-77F1B2663669}" type="pres">
      <dgm:prSet presAssocID="{9527A494-4940-465A-A4DE-00B977BAF59F}" presName="chevron4" presStyleLbl="alignNode1" presStyleIdx="10" presStyleCnt="21"/>
      <dgm:spPr/>
    </dgm:pt>
    <dgm:pt modelId="{708B2717-BCB7-4590-B830-1BB07E9EAE8B}" type="pres">
      <dgm:prSet presAssocID="{9527A494-4940-465A-A4DE-00B977BAF59F}" presName="chevron5" presStyleLbl="alignNode1" presStyleIdx="11" presStyleCnt="21"/>
      <dgm:spPr/>
    </dgm:pt>
    <dgm:pt modelId="{5126AF96-202D-489B-9D8A-A5661A7CA014}" type="pres">
      <dgm:prSet presAssocID="{9527A494-4940-465A-A4DE-00B977BAF59F}" presName="chevron6" presStyleLbl="alignNode1" presStyleIdx="12" presStyleCnt="21"/>
      <dgm:spPr/>
    </dgm:pt>
    <dgm:pt modelId="{4361D22D-000E-4885-A8BF-2ED6E17F481A}" type="pres">
      <dgm:prSet presAssocID="{9527A494-4940-465A-A4DE-00B977BAF59F}" presName="chevron7" presStyleLbl="alignNode1" presStyleIdx="13" presStyleCnt="21"/>
      <dgm:spPr/>
    </dgm:pt>
    <dgm:pt modelId="{EAB626F4-5AE8-44FB-9A6E-F5B5D659F6C2}" type="pres">
      <dgm:prSet presAssocID="{9527A494-4940-465A-A4DE-00B977BAF59F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4F360B-18CF-4C3E-86C7-4430628BA17B}" type="pres">
      <dgm:prSet presAssocID="{08B98E20-2257-41EF-9314-AF6E6ABAA3DD}" presName="sibTrans" presStyleCnt="0"/>
      <dgm:spPr/>
    </dgm:pt>
    <dgm:pt modelId="{FA3204AD-7BBE-47F5-A26F-646265979FD1}" type="pres">
      <dgm:prSet presAssocID="{D50E1918-E426-4A05-8FB0-5072AE4346F2}" presName="parenttextcomposite" presStyleCnt="0"/>
      <dgm:spPr/>
    </dgm:pt>
    <dgm:pt modelId="{8A99AD4D-1179-4376-9E3B-F4A26A059099}" type="pres">
      <dgm:prSet presAssocID="{D50E1918-E426-4A05-8FB0-5072AE4346F2}" presName="parenttext" presStyleLbl="revTx" presStyleIdx="2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AE7936-03B6-4065-91AE-47514A1B4ED6}" type="pres">
      <dgm:prSet presAssocID="{D50E1918-E426-4A05-8FB0-5072AE4346F2}" presName="composite" presStyleCnt="0"/>
      <dgm:spPr/>
    </dgm:pt>
    <dgm:pt modelId="{1620664C-A70E-4182-8A27-2206A09F3519}" type="pres">
      <dgm:prSet presAssocID="{D50E1918-E426-4A05-8FB0-5072AE4346F2}" presName="chevron1" presStyleLbl="alignNode1" presStyleIdx="14" presStyleCnt="21"/>
      <dgm:spPr/>
    </dgm:pt>
    <dgm:pt modelId="{A5854AFA-CCA9-4A9B-A0B5-0311FCD804F8}" type="pres">
      <dgm:prSet presAssocID="{D50E1918-E426-4A05-8FB0-5072AE4346F2}" presName="chevron2" presStyleLbl="alignNode1" presStyleIdx="15" presStyleCnt="21"/>
      <dgm:spPr/>
    </dgm:pt>
    <dgm:pt modelId="{8325429B-48C0-46DC-880E-13999D1E515C}" type="pres">
      <dgm:prSet presAssocID="{D50E1918-E426-4A05-8FB0-5072AE4346F2}" presName="chevron3" presStyleLbl="alignNode1" presStyleIdx="16" presStyleCnt="21"/>
      <dgm:spPr/>
    </dgm:pt>
    <dgm:pt modelId="{0EA33CF7-AEAD-4A26-9D06-49B718EAA54E}" type="pres">
      <dgm:prSet presAssocID="{D50E1918-E426-4A05-8FB0-5072AE4346F2}" presName="chevron4" presStyleLbl="alignNode1" presStyleIdx="17" presStyleCnt="21"/>
      <dgm:spPr/>
    </dgm:pt>
    <dgm:pt modelId="{CC8B49B6-AC2A-4740-A0A9-3FC200867475}" type="pres">
      <dgm:prSet presAssocID="{D50E1918-E426-4A05-8FB0-5072AE4346F2}" presName="chevron5" presStyleLbl="alignNode1" presStyleIdx="18" presStyleCnt="21"/>
      <dgm:spPr/>
    </dgm:pt>
    <dgm:pt modelId="{8C01AE1A-DC20-4D47-915C-A264FFF16518}" type="pres">
      <dgm:prSet presAssocID="{D50E1918-E426-4A05-8FB0-5072AE4346F2}" presName="chevron6" presStyleLbl="alignNode1" presStyleIdx="19" presStyleCnt="21"/>
      <dgm:spPr/>
    </dgm:pt>
    <dgm:pt modelId="{012F9A55-999F-4E92-86DE-BF684CF57712}" type="pres">
      <dgm:prSet presAssocID="{D50E1918-E426-4A05-8FB0-5072AE4346F2}" presName="chevron7" presStyleLbl="alignNode1" presStyleIdx="20" presStyleCnt="21"/>
      <dgm:spPr/>
    </dgm:pt>
    <dgm:pt modelId="{EBEC4CA3-6E5C-44C5-A9F8-23064036B106}" type="pres">
      <dgm:prSet presAssocID="{D50E1918-E426-4A05-8FB0-5072AE4346F2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5BD689-F167-473F-A462-42820F5200DC}" type="presOf" srcId="{D773331A-F7D6-43AD-AEB5-2405CABE2F7F}" destId="{EBEC4CA3-6E5C-44C5-A9F8-23064036B106}" srcOrd="0" destOrd="0" presId="urn:microsoft.com/office/officeart/2008/layout/VerticalAccentList"/>
    <dgm:cxn modelId="{F5B65BDC-AE50-4A8E-8265-E64FA47F3945}" srcId="{D50E1918-E426-4A05-8FB0-5072AE4346F2}" destId="{D773331A-F7D6-43AD-AEB5-2405CABE2F7F}" srcOrd="0" destOrd="0" parTransId="{07A32B98-B7CF-4D92-ACA4-001054F8F100}" sibTransId="{5B34C8D2-8BB6-44FF-85F5-58FFF9576E1E}"/>
    <dgm:cxn modelId="{5AA5D2B1-B4CD-4B56-B6AF-6E4D2A319D57}" srcId="{4BBD5023-B73B-4C16-B295-C52EB1DD9A8D}" destId="{D50E1918-E426-4A05-8FB0-5072AE4346F2}" srcOrd="2" destOrd="0" parTransId="{4197726E-81C5-4877-B61F-161375952FBC}" sibTransId="{4607ADE0-EFA2-4B0F-8E3B-9BA964C40D9E}"/>
    <dgm:cxn modelId="{5F8C6831-9B4E-449B-8B00-AA7FA5177EE0}" type="presOf" srcId="{BDBF4A91-255C-4E73-9BDF-ECA8939B4790}" destId="{F16B3519-C302-4126-8975-E5290BF991FF}" srcOrd="0" destOrd="0" presId="urn:microsoft.com/office/officeart/2008/layout/VerticalAccentList"/>
    <dgm:cxn modelId="{7DEC7D23-60DF-4A00-84DB-724CC7A99ECB}" type="presOf" srcId="{4BBD5023-B73B-4C16-B295-C52EB1DD9A8D}" destId="{5232BB4E-1669-4FBD-9C30-ACFBF057B458}" srcOrd="0" destOrd="0" presId="urn:microsoft.com/office/officeart/2008/layout/VerticalAccentList"/>
    <dgm:cxn modelId="{E1D4A1DA-C478-4256-9EE9-B01295F23A2D}" type="presOf" srcId="{D50E1918-E426-4A05-8FB0-5072AE4346F2}" destId="{8A99AD4D-1179-4376-9E3B-F4A26A059099}" srcOrd="0" destOrd="0" presId="urn:microsoft.com/office/officeart/2008/layout/VerticalAccentList"/>
    <dgm:cxn modelId="{61BA00A2-0C98-4B0D-8ADE-797A34BDC292}" type="presOf" srcId="{098DD3EF-17F5-4343-8AA7-F6B213DA74A5}" destId="{FE3D298F-BEC9-48CF-9021-21EBDF43985B}" srcOrd="0" destOrd="0" presId="urn:microsoft.com/office/officeart/2008/layout/VerticalAccentList"/>
    <dgm:cxn modelId="{269C5A58-77C7-4D4B-B66D-81CF02811FEA}" type="presOf" srcId="{9527A494-4940-465A-A4DE-00B977BAF59F}" destId="{2B79C3CB-E516-474B-9559-BC195C6E8A77}" srcOrd="0" destOrd="0" presId="urn:microsoft.com/office/officeart/2008/layout/VerticalAccentList"/>
    <dgm:cxn modelId="{947DB7F3-3945-4602-9ACC-FFAB6F07F24E}" srcId="{4BBD5023-B73B-4C16-B295-C52EB1DD9A8D}" destId="{9527A494-4940-465A-A4DE-00B977BAF59F}" srcOrd="1" destOrd="0" parTransId="{D991BB78-358A-40A6-9943-AEA4EE15209D}" sibTransId="{08B98E20-2257-41EF-9314-AF6E6ABAA3DD}"/>
    <dgm:cxn modelId="{9DDF128B-C1E8-4620-AAA5-3143AAF77313}" srcId="{4BBD5023-B73B-4C16-B295-C52EB1DD9A8D}" destId="{BDBF4A91-255C-4E73-9BDF-ECA8939B4790}" srcOrd="0" destOrd="0" parTransId="{0DA65CDE-A005-4D2E-8856-EA8ABABF6032}" sibTransId="{D35D4692-C118-4F94-B694-9F4334485C85}"/>
    <dgm:cxn modelId="{760E7303-FDDA-4575-BEC3-A66521B56D0D}" type="presOf" srcId="{6ED1AFC9-F5C6-4062-9C1A-5249D5CAA023}" destId="{EAB626F4-5AE8-44FB-9A6E-F5B5D659F6C2}" srcOrd="0" destOrd="0" presId="urn:microsoft.com/office/officeart/2008/layout/VerticalAccentList"/>
    <dgm:cxn modelId="{053EBBCD-8FBA-4B62-98D9-0C0A89A979FA}" srcId="{BDBF4A91-255C-4E73-9BDF-ECA8939B4790}" destId="{098DD3EF-17F5-4343-8AA7-F6B213DA74A5}" srcOrd="0" destOrd="0" parTransId="{2C4DFA25-1C58-4116-9783-D86D8C993B4D}" sibTransId="{A30D1D13-1C68-4389-9B66-519C0C7306EB}"/>
    <dgm:cxn modelId="{AD78A600-4E2A-44BF-8787-D4DF3E43A5C9}" srcId="{9527A494-4940-465A-A4DE-00B977BAF59F}" destId="{6ED1AFC9-F5C6-4062-9C1A-5249D5CAA023}" srcOrd="0" destOrd="0" parTransId="{62F75172-EDD8-4C1A-ACA7-111856EEDFE5}" sibTransId="{4809EAEA-6516-455C-895F-11F034C8CA22}"/>
    <dgm:cxn modelId="{5B53E313-4C4B-4092-8D9A-0DE9F9BC1024}" type="presParOf" srcId="{5232BB4E-1669-4FBD-9C30-ACFBF057B458}" destId="{C86E50C6-FC56-493A-90B4-A1092A048F27}" srcOrd="0" destOrd="0" presId="urn:microsoft.com/office/officeart/2008/layout/VerticalAccentList"/>
    <dgm:cxn modelId="{8F3AF248-8796-48D6-ACE9-FD917E44924E}" type="presParOf" srcId="{C86E50C6-FC56-493A-90B4-A1092A048F27}" destId="{F16B3519-C302-4126-8975-E5290BF991FF}" srcOrd="0" destOrd="0" presId="urn:microsoft.com/office/officeart/2008/layout/VerticalAccentList"/>
    <dgm:cxn modelId="{66676E77-EE27-4AAC-9392-CE463ECB131F}" type="presParOf" srcId="{5232BB4E-1669-4FBD-9C30-ACFBF057B458}" destId="{66234BA0-D8F9-4AF5-B9A9-07D1EF3B29C1}" srcOrd="1" destOrd="0" presId="urn:microsoft.com/office/officeart/2008/layout/VerticalAccentList"/>
    <dgm:cxn modelId="{849B014B-C457-4648-B8E7-2EDCF939167F}" type="presParOf" srcId="{66234BA0-D8F9-4AF5-B9A9-07D1EF3B29C1}" destId="{1DE8C538-422F-47DE-A9C7-6EC56876A38B}" srcOrd="0" destOrd="0" presId="urn:microsoft.com/office/officeart/2008/layout/VerticalAccentList"/>
    <dgm:cxn modelId="{62B5C363-507A-4BE0-8492-08B657BC5FC4}" type="presParOf" srcId="{66234BA0-D8F9-4AF5-B9A9-07D1EF3B29C1}" destId="{6324497C-851D-46AC-B66F-65E4BF01E3A2}" srcOrd="1" destOrd="0" presId="urn:microsoft.com/office/officeart/2008/layout/VerticalAccentList"/>
    <dgm:cxn modelId="{7B491970-A287-4C87-AB26-99A23E73A044}" type="presParOf" srcId="{66234BA0-D8F9-4AF5-B9A9-07D1EF3B29C1}" destId="{E600D888-9294-4D8C-B5BD-F64157864C7F}" srcOrd="2" destOrd="0" presId="urn:microsoft.com/office/officeart/2008/layout/VerticalAccentList"/>
    <dgm:cxn modelId="{A9BE4973-AA2C-4776-ABE5-E8F63CE6167D}" type="presParOf" srcId="{66234BA0-D8F9-4AF5-B9A9-07D1EF3B29C1}" destId="{471B1F64-55D9-45C1-AF5C-1704DDBF69DE}" srcOrd="3" destOrd="0" presId="urn:microsoft.com/office/officeart/2008/layout/VerticalAccentList"/>
    <dgm:cxn modelId="{5641A02C-D7D5-41C0-A27D-3D5B1E51B912}" type="presParOf" srcId="{66234BA0-D8F9-4AF5-B9A9-07D1EF3B29C1}" destId="{E81962DC-B52E-45D6-9BBD-2DE0CC42533D}" srcOrd="4" destOrd="0" presId="urn:microsoft.com/office/officeart/2008/layout/VerticalAccentList"/>
    <dgm:cxn modelId="{245C2BFC-421F-4EB5-8D19-B7CD442C8659}" type="presParOf" srcId="{66234BA0-D8F9-4AF5-B9A9-07D1EF3B29C1}" destId="{E15F73F6-DADD-4D75-B090-7E9279CB76FA}" srcOrd="5" destOrd="0" presId="urn:microsoft.com/office/officeart/2008/layout/VerticalAccentList"/>
    <dgm:cxn modelId="{1BD44AEA-6B35-4953-BA39-43978DEE9085}" type="presParOf" srcId="{66234BA0-D8F9-4AF5-B9A9-07D1EF3B29C1}" destId="{4D4328B9-4F0E-4E03-B00B-ABA36CD3EA5A}" srcOrd="6" destOrd="0" presId="urn:microsoft.com/office/officeart/2008/layout/VerticalAccentList"/>
    <dgm:cxn modelId="{7AF06F45-491E-47D5-80E6-D087BB59DEF1}" type="presParOf" srcId="{66234BA0-D8F9-4AF5-B9A9-07D1EF3B29C1}" destId="{FE3D298F-BEC9-48CF-9021-21EBDF43985B}" srcOrd="7" destOrd="0" presId="urn:microsoft.com/office/officeart/2008/layout/VerticalAccentList"/>
    <dgm:cxn modelId="{D1D9CDA1-AF16-448D-84C2-992656C92BAA}" type="presParOf" srcId="{5232BB4E-1669-4FBD-9C30-ACFBF057B458}" destId="{725EA2CD-D2BB-484C-914D-13DDA3258887}" srcOrd="2" destOrd="0" presId="urn:microsoft.com/office/officeart/2008/layout/VerticalAccentList"/>
    <dgm:cxn modelId="{D2D9AF66-2CBF-4B0A-83BE-74881836AF7B}" type="presParOf" srcId="{5232BB4E-1669-4FBD-9C30-ACFBF057B458}" destId="{46AF56D8-88BA-47B0-A71E-51DB9CFC013F}" srcOrd="3" destOrd="0" presId="urn:microsoft.com/office/officeart/2008/layout/VerticalAccentList"/>
    <dgm:cxn modelId="{021FBF17-D074-46AE-8234-EDBE2B1A39A5}" type="presParOf" srcId="{46AF56D8-88BA-47B0-A71E-51DB9CFC013F}" destId="{2B79C3CB-E516-474B-9559-BC195C6E8A77}" srcOrd="0" destOrd="0" presId="urn:microsoft.com/office/officeart/2008/layout/VerticalAccentList"/>
    <dgm:cxn modelId="{1E04C15E-A76A-4CFD-91ED-E3B3AC1EE7E0}" type="presParOf" srcId="{5232BB4E-1669-4FBD-9C30-ACFBF057B458}" destId="{4C5FDB73-8353-4793-A7D3-70778E234094}" srcOrd="4" destOrd="0" presId="urn:microsoft.com/office/officeart/2008/layout/VerticalAccentList"/>
    <dgm:cxn modelId="{9D02D0B6-91EA-4CB4-BE1F-B9BE5A9080F8}" type="presParOf" srcId="{4C5FDB73-8353-4793-A7D3-70778E234094}" destId="{7CEAB9D9-BDC7-474A-9DD9-97FBAEB6F410}" srcOrd="0" destOrd="0" presId="urn:microsoft.com/office/officeart/2008/layout/VerticalAccentList"/>
    <dgm:cxn modelId="{26CFEECC-857C-486C-A247-8C111D2AF375}" type="presParOf" srcId="{4C5FDB73-8353-4793-A7D3-70778E234094}" destId="{5F835C70-2710-4626-A883-EF35EB554FA0}" srcOrd="1" destOrd="0" presId="urn:microsoft.com/office/officeart/2008/layout/VerticalAccentList"/>
    <dgm:cxn modelId="{30C24123-A332-4326-8D20-59EEAA9EA4CE}" type="presParOf" srcId="{4C5FDB73-8353-4793-A7D3-70778E234094}" destId="{74104BE0-2262-4C64-BC61-EA098697842F}" srcOrd="2" destOrd="0" presId="urn:microsoft.com/office/officeart/2008/layout/VerticalAccentList"/>
    <dgm:cxn modelId="{4AAEB531-A492-45C1-89EB-78A67B6502DD}" type="presParOf" srcId="{4C5FDB73-8353-4793-A7D3-70778E234094}" destId="{53BD87D6-8D24-4112-9ADB-77F1B2663669}" srcOrd="3" destOrd="0" presId="urn:microsoft.com/office/officeart/2008/layout/VerticalAccentList"/>
    <dgm:cxn modelId="{8AD74505-4CDC-4D3E-BC35-490F1635E8E5}" type="presParOf" srcId="{4C5FDB73-8353-4793-A7D3-70778E234094}" destId="{708B2717-BCB7-4590-B830-1BB07E9EAE8B}" srcOrd="4" destOrd="0" presId="urn:microsoft.com/office/officeart/2008/layout/VerticalAccentList"/>
    <dgm:cxn modelId="{887E54CA-BB85-4263-8E3D-F94FAD031151}" type="presParOf" srcId="{4C5FDB73-8353-4793-A7D3-70778E234094}" destId="{5126AF96-202D-489B-9D8A-A5661A7CA014}" srcOrd="5" destOrd="0" presId="urn:microsoft.com/office/officeart/2008/layout/VerticalAccentList"/>
    <dgm:cxn modelId="{A0BEA8B2-2480-4D8D-B10B-DD1B857E46C5}" type="presParOf" srcId="{4C5FDB73-8353-4793-A7D3-70778E234094}" destId="{4361D22D-000E-4885-A8BF-2ED6E17F481A}" srcOrd="6" destOrd="0" presId="urn:microsoft.com/office/officeart/2008/layout/VerticalAccentList"/>
    <dgm:cxn modelId="{D0193BCF-0050-43B4-8B98-C15B15B78898}" type="presParOf" srcId="{4C5FDB73-8353-4793-A7D3-70778E234094}" destId="{EAB626F4-5AE8-44FB-9A6E-F5B5D659F6C2}" srcOrd="7" destOrd="0" presId="urn:microsoft.com/office/officeart/2008/layout/VerticalAccentList"/>
    <dgm:cxn modelId="{39F596E8-4C94-4A95-ACA7-CB291B42A48B}" type="presParOf" srcId="{5232BB4E-1669-4FBD-9C30-ACFBF057B458}" destId="{E34F360B-18CF-4C3E-86C7-4430628BA17B}" srcOrd="5" destOrd="0" presId="urn:microsoft.com/office/officeart/2008/layout/VerticalAccentList"/>
    <dgm:cxn modelId="{60B21B06-AE1E-4C49-9949-F634C909DBC5}" type="presParOf" srcId="{5232BB4E-1669-4FBD-9C30-ACFBF057B458}" destId="{FA3204AD-7BBE-47F5-A26F-646265979FD1}" srcOrd="6" destOrd="0" presId="urn:microsoft.com/office/officeart/2008/layout/VerticalAccentList"/>
    <dgm:cxn modelId="{F9F748DD-685D-4AF5-9C17-5A1E8AED6B40}" type="presParOf" srcId="{FA3204AD-7BBE-47F5-A26F-646265979FD1}" destId="{8A99AD4D-1179-4376-9E3B-F4A26A059099}" srcOrd="0" destOrd="0" presId="urn:microsoft.com/office/officeart/2008/layout/VerticalAccentList"/>
    <dgm:cxn modelId="{C710C92B-92D7-49DE-BD20-E81975F1CBE2}" type="presParOf" srcId="{5232BB4E-1669-4FBD-9C30-ACFBF057B458}" destId="{BBAE7936-03B6-4065-91AE-47514A1B4ED6}" srcOrd="7" destOrd="0" presId="urn:microsoft.com/office/officeart/2008/layout/VerticalAccentList"/>
    <dgm:cxn modelId="{3EC3E985-89CD-4750-A4E9-018D23338032}" type="presParOf" srcId="{BBAE7936-03B6-4065-91AE-47514A1B4ED6}" destId="{1620664C-A70E-4182-8A27-2206A09F3519}" srcOrd="0" destOrd="0" presId="urn:microsoft.com/office/officeart/2008/layout/VerticalAccentList"/>
    <dgm:cxn modelId="{C909A756-DCA7-486B-B224-3D25F8B12D24}" type="presParOf" srcId="{BBAE7936-03B6-4065-91AE-47514A1B4ED6}" destId="{A5854AFA-CCA9-4A9B-A0B5-0311FCD804F8}" srcOrd="1" destOrd="0" presId="urn:microsoft.com/office/officeart/2008/layout/VerticalAccentList"/>
    <dgm:cxn modelId="{B7521B0C-5AA7-40EF-92B5-3BDC6453629F}" type="presParOf" srcId="{BBAE7936-03B6-4065-91AE-47514A1B4ED6}" destId="{8325429B-48C0-46DC-880E-13999D1E515C}" srcOrd="2" destOrd="0" presId="urn:microsoft.com/office/officeart/2008/layout/VerticalAccentList"/>
    <dgm:cxn modelId="{8FA4E612-28AB-4212-8101-CDD2B621E118}" type="presParOf" srcId="{BBAE7936-03B6-4065-91AE-47514A1B4ED6}" destId="{0EA33CF7-AEAD-4A26-9D06-49B718EAA54E}" srcOrd="3" destOrd="0" presId="urn:microsoft.com/office/officeart/2008/layout/VerticalAccentList"/>
    <dgm:cxn modelId="{5698ADC1-3CDB-46BF-B63F-9D993A776E7E}" type="presParOf" srcId="{BBAE7936-03B6-4065-91AE-47514A1B4ED6}" destId="{CC8B49B6-AC2A-4740-A0A9-3FC200867475}" srcOrd="4" destOrd="0" presId="urn:microsoft.com/office/officeart/2008/layout/VerticalAccentList"/>
    <dgm:cxn modelId="{C144232F-6851-4D9C-9DB7-5BF7C55AA5BF}" type="presParOf" srcId="{BBAE7936-03B6-4065-91AE-47514A1B4ED6}" destId="{8C01AE1A-DC20-4D47-915C-A264FFF16518}" srcOrd="5" destOrd="0" presId="urn:microsoft.com/office/officeart/2008/layout/VerticalAccentList"/>
    <dgm:cxn modelId="{9BDEF514-54DB-4C11-80F7-D74C05F0682F}" type="presParOf" srcId="{BBAE7936-03B6-4065-91AE-47514A1B4ED6}" destId="{012F9A55-999F-4E92-86DE-BF684CF57712}" srcOrd="6" destOrd="0" presId="urn:microsoft.com/office/officeart/2008/layout/VerticalAccentList"/>
    <dgm:cxn modelId="{F9D1E7CB-4752-48E3-B0F0-A0EA0B6FCE5B}" type="presParOf" srcId="{BBAE7936-03B6-4065-91AE-47514A1B4ED6}" destId="{EBEC4CA3-6E5C-44C5-A9F8-23064036B106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95AAC-D8DD-4113-8E0A-310655102E3F}">
      <dsp:nvSpPr>
        <dsp:cNvPr id="0" name=""/>
        <dsp:cNvSpPr/>
      </dsp:nvSpPr>
      <dsp:spPr>
        <a:xfrm>
          <a:off x="3845151" y="790558"/>
          <a:ext cx="2362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135877"/>
              </a:moveTo>
              <a:lnTo>
                <a:pt x="2362195" y="4572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FC908-5465-433F-9D2C-2C5FFA6D24A1}">
      <dsp:nvSpPr>
        <dsp:cNvPr id="0" name=""/>
        <dsp:cNvSpPr/>
      </dsp:nvSpPr>
      <dsp:spPr>
        <a:xfrm>
          <a:off x="1502313" y="829947"/>
          <a:ext cx="2342838" cy="96488"/>
        </a:xfrm>
        <a:custGeom>
          <a:avLst/>
          <a:gdLst/>
          <a:ahLst/>
          <a:cxnLst/>
          <a:rect l="0" t="0" r="0" b="0"/>
          <a:pathLst>
            <a:path>
              <a:moveTo>
                <a:pt x="2342838" y="96488"/>
              </a:moveTo>
              <a:lnTo>
                <a:pt x="0" y="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999C87-E87C-4CB6-AB87-117988486BF4}">
      <dsp:nvSpPr>
        <dsp:cNvPr id="0" name=""/>
        <dsp:cNvSpPr/>
      </dsp:nvSpPr>
      <dsp:spPr>
        <a:xfrm>
          <a:off x="3114161" y="-1921"/>
          <a:ext cx="1461979" cy="9283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A9ABB-26CB-45B6-8A35-810FCE4AD249}">
      <dsp:nvSpPr>
        <dsp:cNvPr id="0" name=""/>
        <dsp:cNvSpPr/>
      </dsp:nvSpPr>
      <dsp:spPr>
        <a:xfrm>
          <a:off x="3276604" y="152398"/>
          <a:ext cx="1461979" cy="9283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Regression</a:t>
          </a:r>
          <a:endParaRPr lang="en-US" sz="1700" kern="1200" dirty="0"/>
        </a:p>
      </dsp:txBody>
      <dsp:txXfrm>
        <a:off x="3303795" y="179589"/>
        <a:ext cx="1407597" cy="873975"/>
      </dsp:txXfrm>
    </dsp:sp>
    <dsp:sp modelId="{886F1C35-4A81-41DF-85D7-CFC0D84D78CC}">
      <dsp:nvSpPr>
        <dsp:cNvPr id="0" name=""/>
        <dsp:cNvSpPr/>
      </dsp:nvSpPr>
      <dsp:spPr>
        <a:xfrm>
          <a:off x="771323" y="829947"/>
          <a:ext cx="1461979" cy="9283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93B49-8908-4E72-B3C7-70DF2E79D84C}">
      <dsp:nvSpPr>
        <dsp:cNvPr id="0" name=""/>
        <dsp:cNvSpPr/>
      </dsp:nvSpPr>
      <dsp:spPr>
        <a:xfrm>
          <a:off x="933765" y="984267"/>
          <a:ext cx="1461979" cy="9283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Advantages</a:t>
          </a:r>
          <a:endParaRPr lang="en-US" sz="1700" kern="1200" dirty="0"/>
        </a:p>
      </dsp:txBody>
      <dsp:txXfrm>
        <a:off x="960956" y="1011458"/>
        <a:ext cx="1407597" cy="873975"/>
      </dsp:txXfrm>
    </dsp:sp>
    <dsp:sp modelId="{BDF6F959-C841-43AD-88AD-8ED73CA792ED}">
      <dsp:nvSpPr>
        <dsp:cNvPr id="0" name=""/>
        <dsp:cNvSpPr/>
      </dsp:nvSpPr>
      <dsp:spPr>
        <a:xfrm>
          <a:off x="5476357" y="836278"/>
          <a:ext cx="1461979" cy="9283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5507E-36CE-46D1-9EA1-E35E6089C55A}">
      <dsp:nvSpPr>
        <dsp:cNvPr id="0" name=""/>
        <dsp:cNvSpPr/>
      </dsp:nvSpPr>
      <dsp:spPr>
        <a:xfrm>
          <a:off x="5638799" y="990598"/>
          <a:ext cx="1461979" cy="9283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Disadvantages</a:t>
          </a:r>
          <a:endParaRPr lang="en-US" sz="1700" kern="1200" dirty="0"/>
        </a:p>
      </dsp:txBody>
      <dsp:txXfrm>
        <a:off x="5665990" y="1017789"/>
        <a:ext cx="1407597" cy="8739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B3519-C302-4126-8975-E5290BF991FF}">
      <dsp:nvSpPr>
        <dsp:cNvPr id="0" name=""/>
        <dsp:cNvSpPr/>
      </dsp:nvSpPr>
      <dsp:spPr>
        <a:xfrm>
          <a:off x="531172" y="1549"/>
          <a:ext cx="3115300" cy="28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 </a:t>
          </a:r>
          <a:endParaRPr lang="en-US" sz="1400" kern="1200" dirty="0"/>
        </a:p>
      </dsp:txBody>
      <dsp:txXfrm>
        <a:off x="531172" y="1549"/>
        <a:ext cx="3115300" cy="283209"/>
      </dsp:txXfrm>
    </dsp:sp>
    <dsp:sp modelId="{1DE8C538-422F-47DE-A9C7-6EC56876A38B}">
      <dsp:nvSpPr>
        <dsp:cNvPr id="0" name=""/>
        <dsp:cNvSpPr/>
      </dsp:nvSpPr>
      <dsp:spPr>
        <a:xfrm>
          <a:off x="531172" y="284758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4497C-851D-46AC-B66F-65E4BF01E3A2}">
      <dsp:nvSpPr>
        <dsp:cNvPr id="0" name=""/>
        <dsp:cNvSpPr/>
      </dsp:nvSpPr>
      <dsp:spPr>
        <a:xfrm>
          <a:off x="969045" y="284758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0D888-9294-4D8C-B5BD-F64157864C7F}">
      <dsp:nvSpPr>
        <dsp:cNvPr id="0" name=""/>
        <dsp:cNvSpPr/>
      </dsp:nvSpPr>
      <dsp:spPr>
        <a:xfrm>
          <a:off x="1407264" y="284758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B1F64-55D9-45C1-AF5C-1704DDBF69DE}">
      <dsp:nvSpPr>
        <dsp:cNvPr id="0" name=""/>
        <dsp:cNvSpPr/>
      </dsp:nvSpPr>
      <dsp:spPr>
        <a:xfrm>
          <a:off x="0" y="0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962DC-B52E-45D6-9BBD-2DE0CC42533D}">
      <dsp:nvSpPr>
        <dsp:cNvPr id="0" name=""/>
        <dsp:cNvSpPr/>
      </dsp:nvSpPr>
      <dsp:spPr>
        <a:xfrm>
          <a:off x="2283355" y="284758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F73F6-DADD-4D75-B090-7E9279CB76FA}">
      <dsp:nvSpPr>
        <dsp:cNvPr id="0" name=""/>
        <dsp:cNvSpPr/>
      </dsp:nvSpPr>
      <dsp:spPr>
        <a:xfrm>
          <a:off x="2721228" y="284758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328B9-4F0E-4E03-B00B-ABA36CD3EA5A}">
      <dsp:nvSpPr>
        <dsp:cNvPr id="0" name=""/>
        <dsp:cNvSpPr/>
      </dsp:nvSpPr>
      <dsp:spPr>
        <a:xfrm>
          <a:off x="3159447" y="284758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D298F-BEC9-48CF-9021-21EBDF43985B}">
      <dsp:nvSpPr>
        <dsp:cNvPr id="0" name=""/>
        <dsp:cNvSpPr/>
      </dsp:nvSpPr>
      <dsp:spPr>
        <a:xfrm>
          <a:off x="531172" y="342449"/>
          <a:ext cx="3155798" cy="46152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Easy to use for Prediction</a:t>
          </a:r>
          <a:endParaRPr lang="en-US" sz="1400" kern="1200" dirty="0"/>
        </a:p>
      </dsp:txBody>
      <dsp:txXfrm>
        <a:off x="531172" y="342449"/>
        <a:ext cx="3155798" cy="461525"/>
      </dsp:txXfrm>
    </dsp:sp>
    <dsp:sp modelId="{2B79C3CB-E516-474B-9559-BC195C6E8A77}">
      <dsp:nvSpPr>
        <dsp:cNvPr id="0" name=""/>
        <dsp:cNvSpPr/>
      </dsp:nvSpPr>
      <dsp:spPr>
        <a:xfrm>
          <a:off x="531172" y="903441"/>
          <a:ext cx="3115300" cy="28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 </a:t>
          </a:r>
          <a:endParaRPr lang="en-US" sz="1400" kern="1200" dirty="0"/>
        </a:p>
      </dsp:txBody>
      <dsp:txXfrm>
        <a:off x="531172" y="903441"/>
        <a:ext cx="3115300" cy="283209"/>
      </dsp:txXfrm>
    </dsp:sp>
    <dsp:sp modelId="{7CEAB9D9-BDC7-474A-9DD9-97FBAEB6F410}">
      <dsp:nvSpPr>
        <dsp:cNvPr id="0" name=""/>
        <dsp:cNvSpPr/>
      </dsp:nvSpPr>
      <dsp:spPr>
        <a:xfrm>
          <a:off x="531172" y="1186650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35C70-2710-4626-A883-EF35EB554FA0}">
      <dsp:nvSpPr>
        <dsp:cNvPr id="0" name=""/>
        <dsp:cNvSpPr/>
      </dsp:nvSpPr>
      <dsp:spPr>
        <a:xfrm>
          <a:off x="969045" y="1186650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04BE0-2262-4C64-BC61-EA098697842F}">
      <dsp:nvSpPr>
        <dsp:cNvPr id="0" name=""/>
        <dsp:cNvSpPr/>
      </dsp:nvSpPr>
      <dsp:spPr>
        <a:xfrm>
          <a:off x="1407264" y="1186650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D87D6-8D24-4112-9ADB-77F1B2663669}">
      <dsp:nvSpPr>
        <dsp:cNvPr id="0" name=""/>
        <dsp:cNvSpPr/>
      </dsp:nvSpPr>
      <dsp:spPr>
        <a:xfrm>
          <a:off x="1845136" y="1186650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B2717-BCB7-4590-B830-1BB07E9EAE8B}">
      <dsp:nvSpPr>
        <dsp:cNvPr id="0" name=""/>
        <dsp:cNvSpPr/>
      </dsp:nvSpPr>
      <dsp:spPr>
        <a:xfrm>
          <a:off x="2283355" y="1186650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6AF96-202D-489B-9D8A-A5661A7CA014}">
      <dsp:nvSpPr>
        <dsp:cNvPr id="0" name=""/>
        <dsp:cNvSpPr/>
      </dsp:nvSpPr>
      <dsp:spPr>
        <a:xfrm>
          <a:off x="2721228" y="1186650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1D22D-000E-4885-A8BF-2ED6E17F481A}">
      <dsp:nvSpPr>
        <dsp:cNvPr id="0" name=""/>
        <dsp:cNvSpPr/>
      </dsp:nvSpPr>
      <dsp:spPr>
        <a:xfrm>
          <a:off x="3159447" y="1186650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626F4-5AE8-44FB-9A6E-F5B5D659F6C2}">
      <dsp:nvSpPr>
        <dsp:cNvPr id="0" name=""/>
        <dsp:cNvSpPr/>
      </dsp:nvSpPr>
      <dsp:spPr>
        <a:xfrm>
          <a:off x="531172" y="1244341"/>
          <a:ext cx="3155798" cy="46152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Software available</a:t>
          </a:r>
          <a:endParaRPr lang="en-US" sz="1400" kern="1200" dirty="0"/>
        </a:p>
      </dsp:txBody>
      <dsp:txXfrm>
        <a:off x="531172" y="1244341"/>
        <a:ext cx="3155798" cy="461525"/>
      </dsp:txXfrm>
    </dsp:sp>
    <dsp:sp modelId="{8A99AD4D-1179-4376-9E3B-F4A26A059099}">
      <dsp:nvSpPr>
        <dsp:cNvPr id="0" name=""/>
        <dsp:cNvSpPr/>
      </dsp:nvSpPr>
      <dsp:spPr>
        <a:xfrm>
          <a:off x="531172" y="1805334"/>
          <a:ext cx="3115300" cy="28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 </a:t>
          </a:r>
          <a:endParaRPr lang="en-US" sz="1400" kern="1200" dirty="0"/>
        </a:p>
      </dsp:txBody>
      <dsp:txXfrm>
        <a:off x="531172" y="1805334"/>
        <a:ext cx="3115300" cy="283209"/>
      </dsp:txXfrm>
    </dsp:sp>
    <dsp:sp modelId="{1620664C-A70E-4182-8A27-2206A09F3519}">
      <dsp:nvSpPr>
        <dsp:cNvPr id="0" name=""/>
        <dsp:cNvSpPr/>
      </dsp:nvSpPr>
      <dsp:spPr>
        <a:xfrm>
          <a:off x="531172" y="2088543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54AFA-CCA9-4A9B-A0B5-0311FCD804F8}">
      <dsp:nvSpPr>
        <dsp:cNvPr id="0" name=""/>
        <dsp:cNvSpPr/>
      </dsp:nvSpPr>
      <dsp:spPr>
        <a:xfrm>
          <a:off x="969045" y="2088543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5429B-48C0-46DC-880E-13999D1E515C}">
      <dsp:nvSpPr>
        <dsp:cNvPr id="0" name=""/>
        <dsp:cNvSpPr/>
      </dsp:nvSpPr>
      <dsp:spPr>
        <a:xfrm>
          <a:off x="1407264" y="2088543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33CF7-AEAD-4A26-9D06-49B718EAA54E}">
      <dsp:nvSpPr>
        <dsp:cNvPr id="0" name=""/>
        <dsp:cNvSpPr/>
      </dsp:nvSpPr>
      <dsp:spPr>
        <a:xfrm>
          <a:off x="1845136" y="2088543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B49B6-AC2A-4740-A0A9-3FC200867475}">
      <dsp:nvSpPr>
        <dsp:cNvPr id="0" name=""/>
        <dsp:cNvSpPr/>
      </dsp:nvSpPr>
      <dsp:spPr>
        <a:xfrm>
          <a:off x="2283355" y="2088543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1AE1A-DC20-4D47-915C-A264FFF16518}">
      <dsp:nvSpPr>
        <dsp:cNvPr id="0" name=""/>
        <dsp:cNvSpPr/>
      </dsp:nvSpPr>
      <dsp:spPr>
        <a:xfrm>
          <a:off x="2721228" y="2088543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2F9A55-999F-4E92-86DE-BF684CF57712}">
      <dsp:nvSpPr>
        <dsp:cNvPr id="0" name=""/>
        <dsp:cNvSpPr/>
      </dsp:nvSpPr>
      <dsp:spPr>
        <a:xfrm>
          <a:off x="3159447" y="2088543"/>
          <a:ext cx="728980" cy="57690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C4CA3-6E5C-44C5-A9F8-23064036B106}">
      <dsp:nvSpPr>
        <dsp:cNvPr id="0" name=""/>
        <dsp:cNvSpPr/>
      </dsp:nvSpPr>
      <dsp:spPr>
        <a:xfrm>
          <a:off x="531172" y="2118184"/>
          <a:ext cx="3155798" cy="5176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Useful for Predicting and forecasting</a:t>
          </a:r>
          <a:endParaRPr lang="en-US" sz="1400" kern="1200" dirty="0"/>
        </a:p>
      </dsp:txBody>
      <dsp:txXfrm>
        <a:off x="531172" y="2118184"/>
        <a:ext cx="3155798" cy="5176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B3519-C302-4126-8975-E5290BF991FF}">
      <dsp:nvSpPr>
        <dsp:cNvPr id="0" name=""/>
        <dsp:cNvSpPr/>
      </dsp:nvSpPr>
      <dsp:spPr>
        <a:xfrm>
          <a:off x="343848" y="135"/>
          <a:ext cx="3109406" cy="28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 </a:t>
          </a:r>
          <a:endParaRPr lang="en-US" sz="1400" kern="1200" dirty="0"/>
        </a:p>
      </dsp:txBody>
      <dsp:txXfrm>
        <a:off x="343848" y="135"/>
        <a:ext cx="3109406" cy="282673"/>
      </dsp:txXfrm>
    </dsp:sp>
    <dsp:sp modelId="{1DE8C538-422F-47DE-A9C7-6EC56876A38B}">
      <dsp:nvSpPr>
        <dsp:cNvPr id="0" name=""/>
        <dsp:cNvSpPr/>
      </dsp:nvSpPr>
      <dsp:spPr>
        <a:xfrm>
          <a:off x="343848" y="28280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4497C-851D-46AC-B66F-65E4BF01E3A2}">
      <dsp:nvSpPr>
        <dsp:cNvPr id="0" name=""/>
        <dsp:cNvSpPr/>
      </dsp:nvSpPr>
      <dsp:spPr>
        <a:xfrm>
          <a:off x="780892" y="28280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0D888-9294-4D8C-B5BD-F64157864C7F}">
      <dsp:nvSpPr>
        <dsp:cNvPr id="0" name=""/>
        <dsp:cNvSpPr/>
      </dsp:nvSpPr>
      <dsp:spPr>
        <a:xfrm>
          <a:off x="1218282" y="28280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B1F64-55D9-45C1-AF5C-1704DDBF69DE}">
      <dsp:nvSpPr>
        <dsp:cNvPr id="0" name=""/>
        <dsp:cNvSpPr/>
      </dsp:nvSpPr>
      <dsp:spPr>
        <a:xfrm>
          <a:off x="0" y="0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962DC-B52E-45D6-9BBD-2DE0CC42533D}">
      <dsp:nvSpPr>
        <dsp:cNvPr id="0" name=""/>
        <dsp:cNvSpPr/>
      </dsp:nvSpPr>
      <dsp:spPr>
        <a:xfrm>
          <a:off x="2092716" y="28280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F73F6-DADD-4D75-B090-7E9279CB76FA}">
      <dsp:nvSpPr>
        <dsp:cNvPr id="0" name=""/>
        <dsp:cNvSpPr/>
      </dsp:nvSpPr>
      <dsp:spPr>
        <a:xfrm>
          <a:off x="2529760" y="28280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328B9-4F0E-4E03-B00B-ABA36CD3EA5A}">
      <dsp:nvSpPr>
        <dsp:cNvPr id="0" name=""/>
        <dsp:cNvSpPr/>
      </dsp:nvSpPr>
      <dsp:spPr>
        <a:xfrm>
          <a:off x="2967150" y="28280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D298F-BEC9-48CF-9021-21EBDF43985B}">
      <dsp:nvSpPr>
        <dsp:cNvPr id="0" name=""/>
        <dsp:cNvSpPr/>
      </dsp:nvSpPr>
      <dsp:spPr>
        <a:xfrm>
          <a:off x="343848" y="340390"/>
          <a:ext cx="3149828" cy="4606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Sensitive to outliers</a:t>
          </a:r>
          <a:endParaRPr lang="en-US" sz="1400" kern="1200" dirty="0"/>
        </a:p>
      </dsp:txBody>
      <dsp:txXfrm>
        <a:off x="343848" y="340390"/>
        <a:ext cx="3149828" cy="460652"/>
      </dsp:txXfrm>
    </dsp:sp>
    <dsp:sp modelId="{2B79C3CB-E516-474B-9559-BC195C6E8A77}">
      <dsp:nvSpPr>
        <dsp:cNvPr id="0" name=""/>
        <dsp:cNvSpPr/>
      </dsp:nvSpPr>
      <dsp:spPr>
        <a:xfrm>
          <a:off x="343848" y="904255"/>
          <a:ext cx="3109406" cy="28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 </a:t>
          </a:r>
          <a:endParaRPr lang="en-US" sz="1400" kern="1200" dirty="0"/>
        </a:p>
      </dsp:txBody>
      <dsp:txXfrm>
        <a:off x="343848" y="904255"/>
        <a:ext cx="3109406" cy="282673"/>
      </dsp:txXfrm>
    </dsp:sp>
    <dsp:sp modelId="{7CEAB9D9-BDC7-474A-9DD9-97FBAEB6F410}">
      <dsp:nvSpPr>
        <dsp:cNvPr id="0" name=""/>
        <dsp:cNvSpPr/>
      </dsp:nvSpPr>
      <dsp:spPr>
        <a:xfrm>
          <a:off x="343848" y="118692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35C70-2710-4626-A883-EF35EB554FA0}">
      <dsp:nvSpPr>
        <dsp:cNvPr id="0" name=""/>
        <dsp:cNvSpPr/>
      </dsp:nvSpPr>
      <dsp:spPr>
        <a:xfrm>
          <a:off x="780892" y="118692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04BE0-2262-4C64-BC61-EA098697842F}">
      <dsp:nvSpPr>
        <dsp:cNvPr id="0" name=""/>
        <dsp:cNvSpPr/>
      </dsp:nvSpPr>
      <dsp:spPr>
        <a:xfrm>
          <a:off x="1218282" y="118692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D87D6-8D24-4112-9ADB-77F1B2663669}">
      <dsp:nvSpPr>
        <dsp:cNvPr id="0" name=""/>
        <dsp:cNvSpPr/>
      </dsp:nvSpPr>
      <dsp:spPr>
        <a:xfrm>
          <a:off x="1655326" y="118692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B2717-BCB7-4590-B830-1BB07E9EAE8B}">
      <dsp:nvSpPr>
        <dsp:cNvPr id="0" name=""/>
        <dsp:cNvSpPr/>
      </dsp:nvSpPr>
      <dsp:spPr>
        <a:xfrm>
          <a:off x="2092716" y="118692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6AF96-202D-489B-9D8A-A5661A7CA014}">
      <dsp:nvSpPr>
        <dsp:cNvPr id="0" name=""/>
        <dsp:cNvSpPr/>
      </dsp:nvSpPr>
      <dsp:spPr>
        <a:xfrm>
          <a:off x="2529760" y="118692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1D22D-000E-4885-A8BF-2ED6E17F481A}">
      <dsp:nvSpPr>
        <dsp:cNvPr id="0" name=""/>
        <dsp:cNvSpPr/>
      </dsp:nvSpPr>
      <dsp:spPr>
        <a:xfrm>
          <a:off x="2967150" y="118692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626F4-5AE8-44FB-9A6E-F5B5D659F6C2}">
      <dsp:nvSpPr>
        <dsp:cNvPr id="0" name=""/>
        <dsp:cNvSpPr/>
      </dsp:nvSpPr>
      <dsp:spPr>
        <a:xfrm>
          <a:off x="343848" y="1244510"/>
          <a:ext cx="3149828" cy="4606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Assumes a linear relationships </a:t>
          </a:r>
          <a:endParaRPr lang="en-US" sz="1400" kern="1200" dirty="0"/>
        </a:p>
      </dsp:txBody>
      <dsp:txXfrm>
        <a:off x="343848" y="1244510"/>
        <a:ext cx="3149828" cy="460652"/>
      </dsp:txXfrm>
    </dsp:sp>
    <dsp:sp modelId="{8A99AD4D-1179-4376-9E3B-F4A26A059099}">
      <dsp:nvSpPr>
        <dsp:cNvPr id="0" name=""/>
        <dsp:cNvSpPr/>
      </dsp:nvSpPr>
      <dsp:spPr>
        <a:xfrm>
          <a:off x="343848" y="1808375"/>
          <a:ext cx="3109406" cy="28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 </a:t>
          </a:r>
          <a:endParaRPr lang="en-US" sz="1400" kern="1200" dirty="0"/>
        </a:p>
      </dsp:txBody>
      <dsp:txXfrm>
        <a:off x="343848" y="1808375"/>
        <a:ext cx="3109406" cy="282673"/>
      </dsp:txXfrm>
    </dsp:sp>
    <dsp:sp modelId="{1620664C-A70E-4182-8A27-2206A09F3519}">
      <dsp:nvSpPr>
        <dsp:cNvPr id="0" name=""/>
        <dsp:cNvSpPr/>
      </dsp:nvSpPr>
      <dsp:spPr>
        <a:xfrm>
          <a:off x="343848" y="209104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54AFA-CCA9-4A9B-A0B5-0311FCD804F8}">
      <dsp:nvSpPr>
        <dsp:cNvPr id="0" name=""/>
        <dsp:cNvSpPr/>
      </dsp:nvSpPr>
      <dsp:spPr>
        <a:xfrm>
          <a:off x="780892" y="209104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5429B-48C0-46DC-880E-13999D1E515C}">
      <dsp:nvSpPr>
        <dsp:cNvPr id="0" name=""/>
        <dsp:cNvSpPr/>
      </dsp:nvSpPr>
      <dsp:spPr>
        <a:xfrm>
          <a:off x="1218282" y="209104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33CF7-AEAD-4A26-9D06-49B718EAA54E}">
      <dsp:nvSpPr>
        <dsp:cNvPr id="0" name=""/>
        <dsp:cNvSpPr/>
      </dsp:nvSpPr>
      <dsp:spPr>
        <a:xfrm>
          <a:off x="1655326" y="209104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B49B6-AC2A-4740-A0A9-3FC200867475}">
      <dsp:nvSpPr>
        <dsp:cNvPr id="0" name=""/>
        <dsp:cNvSpPr/>
      </dsp:nvSpPr>
      <dsp:spPr>
        <a:xfrm>
          <a:off x="2092716" y="209104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1AE1A-DC20-4D47-915C-A264FFF16518}">
      <dsp:nvSpPr>
        <dsp:cNvPr id="0" name=""/>
        <dsp:cNvSpPr/>
      </dsp:nvSpPr>
      <dsp:spPr>
        <a:xfrm>
          <a:off x="2529760" y="209104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2F9A55-999F-4E92-86DE-BF684CF57712}">
      <dsp:nvSpPr>
        <dsp:cNvPr id="0" name=""/>
        <dsp:cNvSpPr/>
      </dsp:nvSpPr>
      <dsp:spPr>
        <a:xfrm>
          <a:off x="2967150" y="2091048"/>
          <a:ext cx="727601" cy="575816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C4CA3-6E5C-44C5-A9F8-23064036B106}">
      <dsp:nvSpPr>
        <dsp:cNvPr id="0" name=""/>
        <dsp:cNvSpPr/>
      </dsp:nvSpPr>
      <dsp:spPr>
        <a:xfrm>
          <a:off x="343848" y="2148630"/>
          <a:ext cx="3149828" cy="4606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Large amount of required data to predict </a:t>
          </a:r>
          <a:r>
            <a:rPr lang="en-US" sz="1400" kern="1200" dirty="0" smtClean="0"/>
            <a:t>accurate </a:t>
          </a:r>
          <a:r>
            <a:rPr lang="en-US" sz="1400" kern="1200" dirty="0" smtClean="0"/>
            <a:t>results</a:t>
          </a:r>
          <a:endParaRPr lang="en-US" sz="1400" kern="1200" dirty="0"/>
        </a:p>
      </dsp:txBody>
      <dsp:txXfrm>
        <a:off x="343848" y="2148630"/>
        <a:ext cx="3149828" cy="4606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FE6EE-A0E2-49DC-A14A-76A7D874ADA2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CB522E-B560-43B3-A9A5-7B851754E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58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CB522E-B560-43B3-A9A5-7B851754EA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8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0" y="-30477"/>
            <a:ext cx="9067800" cy="6889273"/>
            <a:chOff x="0" y="-30477"/>
            <a:chExt cx="9067800" cy="6889273"/>
          </a:xfrm>
        </p:grpSpPr>
        <p:cxnSp>
          <p:nvCxnSpPr>
            <p:cNvPr id="110" name="Straight Connector 109"/>
            <p:cNvCxnSpPr/>
            <p:nvPr/>
          </p:nvCxnSpPr>
          <p:spPr>
            <a:xfrm rot="16200000" flipH="1">
              <a:off x="-1447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rot="16200000" flipH="1">
              <a:off x="-1638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rot="5400000">
              <a:off x="-1485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-32385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 flipH="1">
              <a:off x="-33147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rot="16200000" flipH="1">
              <a:off x="-1371600" y="2971800"/>
              <a:ext cx="6858000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16200000" flipH="1">
              <a:off x="-2819400" y="3200400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-2705099" y="3238500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16200000" flipH="1">
              <a:off x="-21336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16200000" flipH="1">
              <a:off x="-31242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16200000" flipH="1">
              <a:off x="-1828799" y="3352799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16200000" flipH="1">
              <a:off x="-28194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-2438400" y="3124200"/>
              <a:ext cx="6858000" cy="609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>
              <a:off x="-173164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-1142048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>
              <a:off x="-9144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-185547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rot="16200000" flipH="1">
              <a:off x="-26431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rot="16200000" flipH="1">
              <a:off x="-1954530" y="3326130"/>
              <a:ext cx="6858000" cy="20574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16200000" flipH="1">
              <a:off x="-2362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-21336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1066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rot="16200000" flipH="1">
              <a:off x="876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rot="5400000">
              <a:off x="1028700" y="3238500"/>
              <a:ext cx="6858000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-7239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16200000" flipH="1">
              <a:off x="-8001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 rot="5400000">
              <a:off x="-152400" y="3429000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 rot="16200000" flipH="1">
              <a:off x="-304800" y="3200400"/>
              <a:ext cx="6858000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 rot="5400000">
              <a:off x="-190499" y="3238500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rot="16200000" flipH="1">
              <a:off x="3810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rot="16200000" flipH="1">
              <a:off x="-6096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rot="16200000" flipH="1">
              <a:off x="685801" y="3352799"/>
              <a:ext cx="6858000" cy="152401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rot="16200000" flipH="1">
              <a:off x="-304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rot="5400000">
              <a:off x="-10287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rot="5400000">
              <a:off x="78295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 rot="5400000">
              <a:off x="1372552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rot="5400000">
              <a:off x="1600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 rot="5400000">
              <a:off x="65913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16200000" flipH="1">
              <a:off x="-1285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H="1">
              <a:off x="560070" y="3326130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16200000" flipH="1">
              <a:off x="1524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H="1">
              <a:off x="3810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rot="16200000" flipH="1">
              <a:off x="2743200" y="3352801"/>
              <a:ext cx="6858000" cy="1524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rot="16200000" flipH="1">
              <a:off x="2095501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2705100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 rot="5400000">
              <a:off x="1828801" y="3276600"/>
              <a:ext cx="6857999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 rot="16200000" flipH="1">
              <a:off x="1066800" y="3200402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 rot="16200000" flipH="1">
              <a:off x="2362201" y="3352800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5400000">
              <a:off x="2646045" y="2722246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>
              <a:off x="3048952" y="3277553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5400000">
              <a:off x="2895600" y="3276601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>
            <a:xfrm rot="5400000">
              <a:off x="2388870" y="3227071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rot="16200000" flipH="1">
              <a:off x="22364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H="1">
              <a:off x="17526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16200000" flipH="1">
              <a:off x="19812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3467100" y="3314701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 rot="16200000" flipH="1">
              <a:off x="3467099" y="3314701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rot="5400000">
              <a:off x="4038600" y="3429001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rot="16200000" flipH="1">
              <a:off x="3886200" y="3200401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rot="5400000">
              <a:off x="4000501" y="3238501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16200000" flipH="1">
              <a:off x="4572000" y="3200401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16200000" flipH="1">
              <a:off x="3733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rot="5400000">
              <a:off x="36195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rot="16200000" flipH="1">
              <a:off x="4214813" y="3252788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>
            <a:xfrm rot="16200000" flipH="1">
              <a:off x="47510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 rot="16200000" flipH="1">
              <a:off x="43434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rot="16200000" flipH="1">
              <a:off x="4572000" y="3352801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16200000" flipH="1">
              <a:off x="5257800" y="3352802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16200000" flipH="1">
              <a:off x="5067300" y="3238502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>
            <a:xfrm rot="5400000">
              <a:off x="5219700" y="3238502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rot="16200000" flipH="1">
              <a:off x="4876801" y="3352801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 rot="5400000">
              <a:off x="5527994" y="3318196"/>
              <a:ext cx="6888479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4850130" y="3227072"/>
              <a:ext cx="6858000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16200000" flipH="1">
              <a:off x="4751070" y="3326132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>
            <a:xfrm rot="5400000">
              <a:off x="5562599" y="3429001"/>
              <a:ext cx="685800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rot="5400000">
              <a:off x="2552700" y="3390900"/>
              <a:ext cx="6858000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/>
          </p:nvCxnSpPr>
          <p:spPr>
            <a:xfrm rot="16200000" flipH="1">
              <a:off x="3048000" y="3352800"/>
              <a:ext cx="6858000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rot="16200000" flipH="1">
              <a:off x="3238500" y="3238500"/>
              <a:ext cx="6858000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 rot="5400000">
              <a:off x="2133600" y="3276600"/>
              <a:ext cx="6858000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rot="16200000" flipH="1">
              <a:off x="3148013" y="3252789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rot="5400000">
              <a:off x="3771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 rot="5400000">
              <a:off x="4229100" y="2933700"/>
              <a:ext cx="6858000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/>
          </p:nvCxnSpPr>
          <p:spPr>
            <a:xfrm rot="16200000" flipH="1">
              <a:off x="1371600" y="3200403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0" y="1905000"/>
            <a:ext cx="49530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0" y="2057400"/>
            <a:ext cx="4801394" cy="2820988"/>
            <a:chOff x="0" y="2057400"/>
            <a:chExt cx="4801394" cy="2820988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0" y="20574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48768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>
              <a:off x="3391694" y="3467100"/>
              <a:ext cx="2818606" cy="79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5"/>
            <a:ext cx="4419600" cy="1600327"/>
          </a:xfrm>
        </p:spPr>
        <p:txBody>
          <a:bodyPr anchor="b">
            <a:normAutofit/>
          </a:bodyPr>
          <a:lstStyle>
            <a:lvl1pPr algn="l">
              <a:defRPr sz="3600" b="1" cap="none" spc="40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733800"/>
            <a:ext cx="4419600" cy="106680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2"/>
          <p:cNvGrpSpPr/>
          <p:nvPr/>
        </p:nvGrpSpPr>
        <p:grpSpPr>
          <a:xfrm>
            <a:off x="1" y="-30478"/>
            <a:ext cx="9067799" cy="4846320"/>
            <a:chOff x="1" y="-30477"/>
            <a:chExt cx="9067799" cy="4526277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-2716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-4621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-3097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-206236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H="1">
              <a:off x="-213856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-195465" y="1785212"/>
              <a:ext cx="4505731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-164326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-1528964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-95746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-194806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-652664" y="2166211"/>
              <a:ext cx="4505731" cy="152401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-16432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-1790700" y="2019300"/>
              <a:ext cx="4495800" cy="4572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-55551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40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6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-67933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-1467052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-77839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-11860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-9574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22429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20524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2204835" y="2051912"/>
              <a:ext cx="4505731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2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37603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1023735" y="2242139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871335" y="2013812"/>
              <a:ext cx="4505731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985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55713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65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1861936" y="2166211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8713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1474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195909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25486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7763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83526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1047548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1736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1328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1557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39193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3271636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8812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004936" y="2090012"/>
              <a:ext cx="4505730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429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35383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82218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4225087" y="2090965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407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356500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34126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29287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3081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643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4643234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5214735" y="2242140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6200000" flipH="1">
              <a:off x="506233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5176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6200000" flipH="1">
              <a:off x="57481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 flipH="1">
              <a:off x="49099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47956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53909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5927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16200000" flipH="1">
              <a:off x="5519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6200000" flipH="1">
              <a:off x="5748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6200000" flipH="1">
              <a:off x="6433935" y="2166213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6200000" flipH="1">
              <a:off x="62434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63958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60529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6709356" y="2136834"/>
              <a:ext cx="4525755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6026265" y="2040483"/>
              <a:ext cx="4505731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5927205" y="2139543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6738734" y="2242140"/>
              <a:ext cx="450573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728835" y="2204312"/>
              <a:ext cx="4505731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4224135" y="2166212"/>
              <a:ext cx="4505731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16200000" flipH="1">
              <a:off x="4414635" y="2051912"/>
              <a:ext cx="4505731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3309735" y="2090012"/>
              <a:ext cx="4505731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43241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49480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5405235" y="1747112"/>
              <a:ext cx="4505731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2547735" y="2013814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/>
          <p:cNvSpPr/>
          <p:nvPr/>
        </p:nvSpPr>
        <p:spPr>
          <a:xfrm>
            <a:off x="0" y="4311168"/>
            <a:ext cx="9144000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0" y="4387368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0" y="6138380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621364"/>
            <a:ext cx="8305800" cy="414649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457200" y="4463568"/>
            <a:ext cx="8305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91" name="Footer Placeholder 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273050"/>
            <a:ext cx="5486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901952"/>
            <a:ext cx="2377440" cy="1371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lang="en-US" sz="2600" b="1" kern="1200" cap="none" spc="20" baseline="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3552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0" y="381000"/>
            <a:ext cx="5562600" cy="563880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" y="1905000"/>
            <a:ext cx="2377440" cy="1371600"/>
          </a:xfrm>
        </p:spPr>
        <p:txBody>
          <a:bodyPr anchor="b">
            <a:normAutofit/>
          </a:bodyPr>
          <a:lstStyle>
            <a:lvl1pPr algn="l">
              <a:defRPr sz="2600" b="1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6600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/>
          <p:cNvSpPr/>
          <p:nvPr/>
        </p:nvSpPr>
        <p:spPr>
          <a:xfrm>
            <a:off x="149352" y="137160"/>
            <a:ext cx="8869680" cy="6583680"/>
          </a:xfrm>
          <a:prstGeom prst="rect">
            <a:avLst/>
          </a:prstGeom>
          <a:noFill/>
          <a:ln w="1905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562F901B-5DBE-432D-BB97-E33F27CB05CA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1123" y="6312408"/>
            <a:ext cx="3481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36F1AD52-CF59-43E5-B851-DF9F71C21EFC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tabLst>
          <a:tab pos="3830638" algn="l"/>
        </a:tabLst>
        <a:defRPr sz="3600" b="1" kern="1200" cap="none" spc="50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chemeClr val="accent6">
              <a:tint val="1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8872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eeksforgeeks.org/supervised-machine-learnin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Linear Regression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-By Chitra Roy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95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is a type of </a:t>
            </a:r>
            <a:r>
              <a:rPr lang="en-US" dirty="0">
                <a:hlinkClick r:id="rId2"/>
              </a:rPr>
              <a:t>supervised machine learning</a:t>
            </a:r>
            <a:r>
              <a:rPr lang="en-US" dirty="0"/>
              <a:t> algorithm that computes the linear relationship between the dependent variable and one or more independent features by fitting a linear equation to observed data.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17" y="3581400"/>
            <a:ext cx="6964363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431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Advantages and Disadvantages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257125"/>
              </p:ext>
            </p:extLst>
          </p:nvPr>
        </p:nvGraphicFramePr>
        <p:xfrm>
          <a:off x="457200" y="1600201"/>
          <a:ext cx="7543800" cy="243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898185227"/>
              </p:ext>
            </p:extLst>
          </p:nvPr>
        </p:nvGraphicFramePr>
        <p:xfrm>
          <a:off x="228600" y="3581400"/>
          <a:ext cx="4419600" cy="266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469722857"/>
              </p:ext>
            </p:extLst>
          </p:nvPr>
        </p:nvGraphicFramePr>
        <p:xfrm>
          <a:off x="4800600" y="3581400"/>
          <a:ext cx="4038600" cy="266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32681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There are two main types of linear regression</a:t>
            </a:r>
            <a:r>
              <a:rPr lang="en-US" dirty="0" smtClean="0"/>
              <a:t>:</a:t>
            </a:r>
          </a:p>
          <a:p>
            <a:r>
              <a:rPr lang="en-US" dirty="0" smtClean="0">
                <a:solidFill>
                  <a:srgbClr val="F2A0D5"/>
                </a:solidFill>
              </a:rPr>
              <a:t>1) Simple linear regression</a:t>
            </a:r>
            <a:r>
              <a:rPr lang="en-US" dirty="0" smtClean="0"/>
              <a:t>	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>
                <a:solidFill>
                  <a:srgbClr val="F2A0D5"/>
                </a:solidFill>
              </a:rPr>
              <a:t>2) Multiple Linear Regression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840" y="2514600"/>
            <a:ext cx="4410075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762000" y="2514600"/>
            <a:ext cx="3124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y=β0​+β1​X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where:</a:t>
            </a:r>
          </a:p>
          <a:p>
            <a:r>
              <a:rPr lang="en-US" dirty="0"/>
              <a:t>Y is the dependent variable</a:t>
            </a:r>
          </a:p>
          <a:p>
            <a:r>
              <a:rPr lang="en-US" dirty="0"/>
              <a:t>X is the independent variable</a:t>
            </a:r>
          </a:p>
          <a:p>
            <a:r>
              <a:rPr lang="en-US" dirty="0"/>
              <a:t>β0 is the intercept</a:t>
            </a:r>
          </a:p>
          <a:p>
            <a:r>
              <a:rPr lang="en-US" dirty="0"/>
              <a:t>β1 is the slope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4648200"/>
            <a:ext cx="4191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y=β0​+β1​X+β2​X+………βn​X</a:t>
            </a:r>
            <a:b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dirty="0"/>
              <a:t>where:</a:t>
            </a:r>
          </a:p>
          <a:p>
            <a:r>
              <a:rPr lang="en-US" dirty="0"/>
              <a:t>Y is the dependent variable</a:t>
            </a:r>
          </a:p>
          <a:p>
            <a:r>
              <a:rPr lang="en-US" dirty="0"/>
              <a:t>X1, X2, …, </a:t>
            </a:r>
            <a:r>
              <a:rPr lang="en-US" dirty="0" err="1"/>
              <a:t>Xp</a:t>
            </a:r>
            <a:r>
              <a:rPr lang="en-US" dirty="0"/>
              <a:t> are the independent variables</a:t>
            </a:r>
          </a:p>
          <a:p>
            <a:r>
              <a:rPr lang="en-US" dirty="0"/>
              <a:t>β0 is the intercept</a:t>
            </a:r>
          </a:p>
          <a:p>
            <a:r>
              <a:rPr lang="en-US" dirty="0"/>
              <a:t>β1, β2, …, βn are the slopes</a:t>
            </a:r>
          </a:p>
        </p:txBody>
      </p:sp>
    </p:spTree>
    <p:extLst>
      <p:ext uri="{BB962C8B-B14F-4D97-AF65-F5344CB8AC3E}">
        <p14:creationId xmlns:p14="http://schemas.microsoft.com/office/powerpoint/2010/main" val="207581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Assumptions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Linearity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: The relationship between the dependent and independent variables is linear</a:t>
            </a: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Independence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: Observations are independent of each other</a:t>
            </a: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Homoscedasticity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: The residuals (errors) have constant variance at all levels of </a:t>
            </a: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x.</a:t>
            </a:r>
          </a:p>
          <a:p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Normality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: The residuals of the model are normally distributed</a:t>
            </a: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No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Multicollinearity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: In multiple linear regression, the independent variables are not highly correlated with each other.</a:t>
            </a:r>
          </a:p>
        </p:txBody>
      </p:sp>
    </p:spTree>
    <p:extLst>
      <p:ext uri="{BB962C8B-B14F-4D97-AF65-F5344CB8AC3E}">
        <p14:creationId xmlns:p14="http://schemas.microsoft.com/office/powerpoint/2010/main" val="292782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87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atch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atch">
      <a:fillStyleLst>
        <a:solidFill>
          <a:schemeClr val="phClr"/>
        </a:solidFill>
        <a:gradFill rotWithShape="1">
          <a:gsLst>
            <a:gs pos="0">
              <a:schemeClr val="phClr">
                <a:tint val="79000"/>
                <a:satMod val="180000"/>
              </a:schemeClr>
            </a:gs>
            <a:gs pos="65000">
              <a:schemeClr val="phClr">
                <a:tint val="52000"/>
                <a:satMod val="250000"/>
              </a:schemeClr>
            </a:gs>
            <a:gs pos="100000">
              <a:schemeClr val="phClr">
                <a:tint val="29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8700000"/>
            </a:lightRig>
          </a:scene3d>
          <a:sp3d contourW="12700" prstMaterial="dkEdge">
            <a:bevelT w="0" h="0" prst="relaxedInset"/>
            <a:contourClr>
              <a:schemeClr val="phClr">
                <a:shade val="65000"/>
                <a:satMod val="15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3200000"/>
            </a:lightRig>
          </a:scene3d>
          <a:sp3d prstMaterial="dkEdge">
            <a:bevelT w="63500" h="508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161</TotalTime>
  <Words>195</Words>
  <Application>Microsoft Office PowerPoint</Application>
  <PresentationFormat>On-screen Show (4:3)</PresentationFormat>
  <Paragraphs>46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Thatch</vt:lpstr>
      <vt:lpstr>Linear Regression</vt:lpstr>
      <vt:lpstr>Introduction to Linear Regression</vt:lpstr>
      <vt:lpstr>Advantages and Disadvantages</vt:lpstr>
      <vt:lpstr>Types of Linear Regression</vt:lpstr>
      <vt:lpstr>Assumptions of Linear Regression</vt:lpstr>
      <vt:lpstr>Thank you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ismail - [2010]</dc:creator>
  <cp:lastModifiedBy>ismail - [2010]</cp:lastModifiedBy>
  <cp:revision>15</cp:revision>
  <dcterms:created xsi:type="dcterms:W3CDTF">2024-07-15T17:21:31Z</dcterms:created>
  <dcterms:modified xsi:type="dcterms:W3CDTF">2024-07-16T11:27:19Z</dcterms:modified>
</cp:coreProperties>
</file>